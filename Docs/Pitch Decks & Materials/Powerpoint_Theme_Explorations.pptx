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5" r:id="rId3"/>
    <p:sldId id="270" r:id="rId4"/>
    <p:sldId id="267" r:id="rId5"/>
    <p:sldId id="269" r:id="rId6"/>
    <p:sldId id="268" r:id="rId7"/>
    <p:sldId id="266" r:id="rId8"/>
    <p:sldId id="258" r:id="rId9"/>
    <p:sldId id="264" r:id="rId10"/>
    <p:sldId id="262" r:id="rId11"/>
    <p:sldId id="263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7F313-D22D-4CA5-8BEA-1574B4FF8D1F}" v="312" dt="2026-03-28T14:12:59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4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Donovan" userId="f73b3e02230ea300" providerId="LiveId" clId="{5E77A3F7-03E2-4BD5-9F0F-35725CF8AD4A}"/>
    <pc:docChg chg="undo custSel addSld delSld modSld sldOrd">
      <pc:chgData name="Greg Donovan" userId="f73b3e02230ea300" providerId="LiveId" clId="{5E77A3F7-03E2-4BD5-9F0F-35725CF8AD4A}" dt="2026-03-28T14:12:59.415" v="429"/>
      <pc:docMkLst>
        <pc:docMk/>
      </pc:docMkLst>
      <pc:sldChg chg="del">
        <pc:chgData name="Greg Donovan" userId="f73b3e02230ea300" providerId="LiveId" clId="{5E77A3F7-03E2-4BD5-9F0F-35725CF8AD4A}" dt="2026-03-28T13:35:06.394" v="220" actId="47"/>
        <pc:sldMkLst>
          <pc:docMk/>
          <pc:sldMk cId="1804989555" sldId="256"/>
        </pc:sldMkLst>
      </pc:sldChg>
      <pc:sldChg chg="addSp delSp modSp del mod setBg">
        <pc:chgData name="Greg Donovan" userId="f73b3e02230ea300" providerId="LiveId" clId="{5E77A3F7-03E2-4BD5-9F0F-35725CF8AD4A}" dt="2026-03-28T13:35:25.313" v="222" actId="47"/>
        <pc:sldMkLst>
          <pc:docMk/>
          <pc:sldMk cId="3450869154" sldId="257"/>
        </pc:sldMkLst>
        <pc:spChg chg="add del">
          <ac:chgData name="Greg Donovan" userId="f73b3e02230ea300" providerId="LiveId" clId="{5E77A3F7-03E2-4BD5-9F0F-35725CF8AD4A}" dt="2026-03-28T13:27:55.422" v="128" actId="26606"/>
          <ac:spMkLst>
            <pc:docMk/>
            <pc:sldMk cId="3450869154" sldId="257"/>
            <ac:spMk id="1031" creationId="{5D9FC6AC-4A12-4825-8ABE-0732B8EF4D16}"/>
          </ac:spMkLst>
        </pc:spChg>
        <pc:spChg chg="add del">
          <ac:chgData name="Greg Donovan" userId="f73b3e02230ea300" providerId="LiveId" clId="{5E77A3F7-03E2-4BD5-9F0F-35725CF8AD4A}" dt="2026-03-28T13:28:02.862" v="130" actId="26606"/>
          <ac:spMkLst>
            <pc:docMk/>
            <pc:sldMk cId="3450869154" sldId="257"/>
            <ac:spMk id="1033" creationId="{F37E8EB2-7BE0-4F3D-921C-F4E9C2C14929}"/>
          </ac:spMkLst>
        </pc:spChg>
        <pc:spChg chg="add del">
          <ac:chgData name="Greg Donovan" userId="f73b3e02230ea300" providerId="LiveId" clId="{5E77A3F7-03E2-4BD5-9F0F-35725CF8AD4A}" dt="2026-03-28T13:28:02.862" v="130" actId="26606"/>
          <ac:spMkLst>
            <pc:docMk/>
            <pc:sldMk cId="3450869154" sldId="257"/>
            <ac:spMk id="1034" creationId="{8ECBFEF8-9038-4E5E-A5F1-E4DC2303553E}"/>
          </ac:spMkLst>
        </pc:spChg>
        <pc:spChg chg="add del">
          <ac:chgData name="Greg Donovan" userId="f73b3e02230ea300" providerId="LiveId" clId="{5E77A3F7-03E2-4BD5-9F0F-35725CF8AD4A}" dt="2026-03-28T13:28:02.862" v="130" actId="26606"/>
          <ac:spMkLst>
            <pc:docMk/>
            <pc:sldMk cId="3450869154" sldId="257"/>
            <ac:spMk id="1035" creationId="{E77AE46B-A945-4A7E-9911-903176079DD0}"/>
          </ac:spMkLst>
        </pc:spChg>
        <pc:spChg chg="add del">
          <ac:chgData name="Greg Donovan" userId="f73b3e02230ea300" providerId="LiveId" clId="{5E77A3F7-03E2-4BD5-9F0F-35725CF8AD4A}" dt="2026-03-28T13:28:08.190" v="132" actId="26606"/>
          <ac:spMkLst>
            <pc:docMk/>
            <pc:sldMk cId="3450869154" sldId="257"/>
            <ac:spMk id="1037" creationId="{C3896A03-3945-419A-B66B-4EE266EDD152}"/>
          </ac:spMkLst>
        </pc:spChg>
        <pc:spChg chg="add del">
          <ac:chgData name="Greg Donovan" userId="f73b3e02230ea300" providerId="LiveId" clId="{5E77A3F7-03E2-4BD5-9F0F-35725CF8AD4A}" dt="2026-03-28T13:28:08.190" v="132" actId="26606"/>
          <ac:spMkLst>
            <pc:docMk/>
            <pc:sldMk cId="3450869154" sldId="257"/>
            <ac:spMk id="1038" creationId="{B34F5AD2-EDBD-4BBD-A55C-EAFFD0C7097A}"/>
          </ac:spMkLst>
        </pc:spChg>
        <pc:spChg chg="add del">
          <ac:chgData name="Greg Donovan" userId="f73b3e02230ea300" providerId="LiveId" clId="{5E77A3F7-03E2-4BD5-9F0F-35725CF8AD4A}" dt="2026-03-28T13:28:11.624" v="134" actId="26606"/>
          <ac:spMkLst>
            <pc:docMk/>
            <pc:sldMk cId="3450869154" sldId="257"/>
            <ac:spMk id="1040" creationId="{8ECBFEF8-9038-4E5E-A5F1-E4DC2303553E}"/>
          </ac:spMkLst>
        </pc:spChg>
        <pc:spChg chg="add del">
          <ac:chgData name="Greg Donovan" userId="f73b3e02230ea300" providerId="LiveId" clId="{5E77A3F7-03E2-4BD5-9F0F-35725CF8AD4A}" dt="2026-03-28T13:28:11.624" v="134" actId="26606"/>
          <ac:spMkLst>
            <pc:docMk/>
            <pc:sldMk cId="3450869154" sldId="257"/>
            <ac:spMk id="1041" creationId="{F37E8EB2-7BE0-4F3D-921C-F4E9C2C14929}"/>
          </ac:spMkLst>
        </pc:spChg>
        <pc:spChg chg="add del">
          <ac:chgData name="Greg Donovan" userId="f73b3e02230ea300" providerId="LiveId" clId="{5E77A3F7-03E2-4BD5-9F0F-35725CF8AD4A}" dt="2026-03-28T13:28:11.624" v="134" actId="26606"/>
          <ac:spMkLst>
            <pc:docMk/>
            <pc:sldMk cId="3450869154" sldId="257"/>
            <ac:spMk id="1042" creationId="{E77AE46B-A945-4A7E-9911-903176079DD0}"/>
          </ac:spMkLst>
        </pc:spChg>
        <pc:spChg chg="add del">
          <ac:chgData name="Greg Donovan" userId="f73b3e02230ea300" providerId="LiveId" clId="{5E77A3F7-03E2-4BD5-9F0F-35725CF8AD4A}" dt="2026-03-28T13:28:23.732" v="136" actId="26606"/>
          <ac:spMkLst>
            <pc:docMk/>
            <pc:sldMk cId="3450869154" sldId="257"/>
            <ac:spMk id="1044" creationId="{5D9FC6AC-4A12-4825-8ABE-0732B8EF4D16}"/>
          </ac:spMkLst>
        </pc:spChg>
        <pc:spChg chg="add del">
          <ac:chgData name="Greg Donovan" userId="f73b3e02230ea300" providerId="LiveId" clId="{5E77A3F7-03E2-4BD5-9F0F-35725CF8AD4A}" dt="2026-03-28T13:28:29.071" v="138" actId="26606"/>
          <ac:spMkLst>
            <pc:docMk/>
            <pc:sldMk cId="3450869154" sldId="257"/>
            <ac:spMk id="1046" creationId="{38CB19FB-7C96-4FEC-9331-E826E4E36CE4}"/>
          </ac:spMkLst>
        </pc:spChg>
        <pc:spChg chg="add">
          <ac:chgData name="Greg Donovan" userId="f73b3e02230ea300" providerId="LiveId" clId="{5E77A3F7-03E2-4BD5-9F0F-35725CF8AD4A}" dt="2026-03-28T13:28:29.078" v="139" actId="26606"/>
          <ac:spMkLst>
            <pc:docMk/>
            <pc:sldMk cId="3450869154" sldId="257"/>
            <ac:spMk id="1053" creationId="{C83A5C14-ED91-4CD1-809E-D29FF97C9AF5}"/>
          </ac:spMkLst>
        </pc:spChg>
        <pc:spChg chg="add">
          <ac:chgData name="Greg Donovan" userId="f73b3e02230ea300" providerId="LiveId" clId="{5E77A3F7-03E2-4BD5-9F0F-35725CF8AD4A}" dt="2026-03-28T13:28:29.078" v="139" actId="26606"/>
          <ac:spMkLst>
            <pc:docMk/>
            <pc:sldMk cId="3450869154" sldId="257"/>
            <ac:spMk id="1054" creationId="{56065185-5C34-4F86-AA96-AA4D065B0EF4}"/>
          </ac:spMkLst>
        </pc:spChg>
        <pc:grpChg chg="add del">
          <ac:chgData name="Greg Donovan" userId="f73b3e02230ea300" providerId="LiveId" clId="{5E77A3F7-03E2-4BD5-9F0F-35725CF8AD4A}" dt="2026-03-28T13:28:29.071" v="138" actId="26606"/>
          <ac:grpSpMkLst>
            <pc:docMk/>
            <pc:sldMk cId="3450869154" sldId="257"/>
            <ac:grpSpMk id="1047" creationId="{DF071BB7-867E-46A9-A7C2-3FCB28CB8FBD}"/>
          </ac:grpSpMkLst>
        </pc:grpChg>
        <pc:picChg chg="mod">
          <ac:chgData name="Greg Donovan" userId="f73b3e02230ea300" providerId="LiveId" clId="{5E77A3F7-03E2-4BD5-9F0F-35725CF8AD4A}" dt="2026-03-28T13:29:09.997" v="192" actId="1076"/>
          <ac:picMkLst>
            <pc:docMk/>
            <pc:sldMk cId="3450869154" sldId="257"/>
            <ac:picMk id="1026" creationId="{43F7FFBD-5838-E6FD-D043-8BA6593BCA22}"/>
          </ac:picMkLst>
        </pc:picChg>
      </pc:sldChg>
      <pc:sldChg chg="addSp delSp modSp add del mod setBg">
        <pc:chgData name="Greg Donovan" userId="f73b3e02230ea300" providerId="LiveId" clId="{5E77A3F7-03E2-4BD5-9F0F-35725CF8AD4A}" dt="2026-03-28T14:07:30.756" v="335" actId="1076"/>
        <pc:sldMkLst>
          <pc:docMk/>
          <pc:sldMk cId="0" sldId="258"/>
        </pc:sldMkLst>
        <pc:spChg chg="del">
          <ac:chgData name="Greg Donovan" userId="f73b3e02230ea300" providerId="LiveId" clId="{5E77A3F7-03E2-4BD5-9F0F-35725CF8AD4A}" dt="2026-03-28T13:54:52.647" v="312" actId="478"/>
          <ac:spMkLst>
            <pc:docMk/>
            <pc:sldMk cId="0" sldId="258"/>
            <ac:spMk id="23" creationId="{00000000-0000-0000-0000-000000000000}"/>
          </ac:spMkLst>
        </pc:spChg>
        <pc:picChg chg="add mod">
          <ac:chgData name="Greg Donovan" userId="f73b3e02230ea300" providerId="LiveId" clId="{5E77A3F7-03E2-4BD5-9F0F-35725CF8AD4A}" dt="2026-03-28T14:07:30.756" v="335" actId="1076"/>
          <ac:picMkLst>
            <pc:docMk/>
            <pc:sldMk cId="0" sldId="258"/>
            <ac:picMk id="4" creationId="{C08180E7-1EDA-C998-F6F7-282F69915DDF}"/>
          </ac:picMkLst>
        </pc:picChg>
      </pc:sldChg>
      <pc:sldChg chg="del">
        <pc:chgData name="Greg Donovan" userId="f73b3e02230ea300" providerId="LiveId" clId="{5E77A3F7-03E2-4BD5-9F0F-35725CF8AD4A}" dt="2026-03-28T13:35:06.980" v="221" actId="47"/>
        <pc:sldMkLst>
          <pc:docMk/>
          <pc:sldMk cId="1631874684" sldId="259"/>
        </pc:sldMkLst>
      </pc:sldChg>
      <pc:sldChg chg="addSp delSp modSp mod setBg">
        <pc:chgData name="Greg Donovan" userId="f73b3e02230ea300" providerId="LiveId" clId="{5E77A3F7-03E2-4BD5-9F0F-35725CF8AD4A}" dt="2026-03-28T13:52:00.501" v="301"/>
        <pc:sldMkLst>
          <pc:docMk/>
          <pc:sldMk cId="1387060236" sldId="260"/>
        </pc:sldMkLst>
        <pc:spChg chg="add del mod">
          <ac:chgData name="Greg Donovan" userId="f73b3e02230ea300" providerId="LiveId" clId="{5E77A3F7-03E2-4BD5-9F0F-35725CF8AD4A}" dt="2026-03-28T13:51:03.166" v="238" actId="478"/>
          <ac:spMkLst>
            <pc:docMk/>
            <pc:sldMk cId="1387060236" sldId="260"/>
            <ac:spMk id="2" creationId="{303858F4-682B-1B60-E8FD-46FECDACAEB6}"/>
          </ac:spMkLst>
        </pc:spChg>
        <pc:spChg chg="add del mod">
          <ac:chgData name="Greg Donovan" userId="f73b3e02230ea300" providerId="LiveId" clId="{5E77A3F7-03E2-4BD5-9F0F-35725CF8AD4A}" dt="2026-03-28T13:51:05.148" v="239" actId="478"/>
          <ac:spMkLst>
            <pc:docMk/>
            <pc:sldMk cId="1387060236" sldId="260"/>
            <ac:spMk id="3" creationId="{2D631CA2-4092-11C5-E214-7DB3BF88108A}"/>
          </ac:spMkLst>
        </pc:spChg>
        <pc:spChg chg="add del mod">
          <ac:chgData name="Greg Donovan" userId="f73b3e02230ea300" providerId="LiveId" clId="{5E77A3F7-03E2-4BD5-9F0F-35725CF8AD4A}" dt="2026-03-28T13:51:10.992" v="242" actId="478"/>
          <ac:spMkLst>
            <pc:docMk/>
            <pc:sldMk cId="1387060236" sldId="260"/>
            <ac:spMk id="4" creationId="{ED2E275C-2FBC-CA6E-28D0-CD9F4B9E2F1C}"/>
          </ac:spMkLst>
        </pc:spChg>
        <pc:spChg chg="add del mod">
          <ac:chgData name="Greg Donovan" userId="f73b3e02230ea300" providerId="LiveId" clId="{5E77A3F7-03E2-4BD5-9F0F-35725CF8AD4A}" dt="2026-03-28T13:51:16.770" v="245" actId="478"/>
          <ac:spMkLst>
            <pc:docMk/>
            <pc:sldMk cId="1387060236" sldId="260"/>
            <ac:spMk id="5" creationId="{9D7DA467-68CE-DA4B-64F6-9E55FF6E1F46}"/>
          </ac:spMkLst>
        </pc:spChg>
        <pc:spChg chg="add del">
          <ac:chgData name="Greg Donovan" userId="f73b3e02230ea300" providerId="LiveId" clId="{5E77A3F7-03E2-4BD5-9F0F-35725CF8AD4A}" dt="2026-03-28T13:51:25.472" v="247" actId="26606"/>
          <ac:spMkLst>
            <pc:docMk/>
            <pc:sldMk cId="1387060236" sldId="260"/>
            <ac:spMk id="2055" creationId="{3B5F8FB9-93B9-4832-A062-85E1B6A5AFA4}"/>
          </ac:spMkLst>
        </pc:spChg>
        <pc:spChg chg="add del">
          <ac:chgData name="Greg Donovan" userId="f73b3e02230ea300" providerId="LiveId" clId="{5E77A3F7-03E2-4BD5-9F0F-35725CF8AD4A}" dt="2026-03-28T13:51:25.472" v="247" actId="26606"/>
          <ac:spMkLst>
            <pc:docMk/>
            <pc:sldMk cId="1387060236" sldId="260"/>
            <ac:spMk id="2057" creationId="{F37E8EB2-7BE0-4F3D-921C-F4E9C2C14929}"/>
          </ac:spMkLst>
        </pc:spChg>
        <pc:spChg chg="add del">
          <ac:chgData name="Greg Donovan" userId="f73b3e02230ea300" providerId="LiveId" clId="{5E77A3F7-03E2-4BD5-9F0F-35725CF8AD4A}" dt="2026-03-28T13:51:25.472" v="247" actId="26606"/>
          <ac:spMkLst>
            <pc:docMk/>
            <pc:sldMk cId="1387060236" sldId="260"/>
            <ac:spMk id="2059" creationId="{E77AE46B-A945-4A7E-9911-903176079DD0}"/>
          </ac:spMkLst>
        </pc:spChg>
        <pc:spChg chg="add">
          <ac:chgData name="Greg Donovan" userId="f73b3e02230ea300" providerId="LiveId" clId="{5E77A3F7-03E2-4BD5-9F0F-35725CF8AD4A}" dt="2026-03-28T13:51:25.479" v="248" actId="26606"/>
          <ac:spMkLst>
            <pc:docMk/>
            <pc:sldMk cId="1387060236" sldId="260"/>
            <ac:spMk id="2061" creationId="{B1F9B6B4-B0C4-45C6-A086-901C960D03E7}"/>
          </ac:spMkLst>
        </pc:spChg>
        <pc:spChg chg="add">
          <ac:chgData name="Greg Donovan" userId="f73b3e02230ea300" providerId="LiveId" clId="{5E77A3F7-03E2-4BD5-9F0F-35725CF8AD4A}" dt="2026-03-28T13:51:25.479" v="248" actId="26606"/>
          <ac:spMkLst>
            <pc:docMk/>
            <pc:sldMk cId="1387060236" sldId="260"/>
            <ac:spMk id="2062" creationId="{8950AD4C-6AF3-49F8-94E1-DBCAFB39478B}"/>
          </ac:spMkLst>
        </pc:spChg>
        <pc:spChg chg="add">
          <ac:chgData name="Greg Donovan" userId="f73b3e02230ea300" providerId="LiveId" clId="{5E77A3F7-03E2-4BD5-9F0F-35725CF8AD4A}" dt="2026-03-28T13:51:25.479" v="248" actId="26606"/>
          <ac:spMkLst>
            <pc:docMk/>
            <pc:sldMk cId="1387060236" sldId="260"/>
            <ac:spMk id="2063" creationId="{8DBEAE55-3EA1-41D7-A212-5F7D8986C1F2}"/>
          </ac:spMkLst>
        </pc:spChg>
        <pc:spChg chg="add">
          <ac:chgData name="Greg Donovan" userId="f73b3e02230ea300" providerId="LiveId" clId="{5E77A3F7-03E2-4BD5-9F0F-35725CF8AD4A}" dt="2026-03-28T13:51:25.479" v="248" actId="26606"/>
          <ac:spMkLst>
            <pc:docMk/>
            <pc:sldMk cId="1387060236" sldId="260"/>
            <ac:spMk id="2064" creationId="{CFC5F0E7-644F-4101-BE72-12825CF537E7}"/>
          </ac:spMkLst>
        </pc:spChg>
        <pc:picChg chg="add del mod">
          <ac:chgData name="Greg Donovan" userId="f73b3e02230ea300" providerId="LiveId" clId="{5E77A3F7-03E2-4BD5-9F0F-35725CF8AD4A}" dt="2026-03-28T13:51:48.767" v="299"/>
          <ac:picMkLst>
            <pc:docMk/>
            <pc:sldMk cId="1387060236" sldId="260"/>
            <ac:picMk id="2050" creationId="{B35CA79F-5288-86D9-906C-A3F51B249DFC}"/>
          </ac:picMkLst>
        </pc:picChg>
      </pc:sldChg>
      <pc:sldChg chg="addSp modSp del">
        <pc:chgData name="Greg Donovan" userId="f73b3e02230ea300" providerId="LiveId" clId="{5E77A3F7-03E2-4BD5-9F0F-35725CF8AD4A}" dt="2026-03-28T13:50:59.604" v="237" actId="47"/>
        <pc:sldMkLst>
          <pc:docMk/>
          <pc:sldMk cId="2262867311" sldId="261"/>
        </pc:sldMkLst>
        <pc:spChg chg="add mod">
          <ac:chgData name="Greg Donovan" userId="f73b3e02230ea300" providerId="LiveId" clId="{5E77A3F7-03E2-4BD5-9F0F-35725CF8AD4A}" dt="2026-03-28T13:34:40.144" v="217" actId="113"/>
          <ac:spMkLst>
            <pc:docMk/>
            <pc:sldMk cId="2262867311" sldId="261"/>
            <ac:spMk id="2" creationId="{72DDABA0-7058-ADD2-91AD-20599922AA9C}"/>
          </ac:spMkLst>
        </pc:spChg>
        <pc:spChg chg="add mod">
          <ac:chgData name="Greg Donovan" userId="f73b3e02230ea300" providerId="LiveId" clId="{5E77A3F7-03E2-4BD5-9F0F-35725CF8AD4A}" dt="2026-03-28T13:34:40.144" v="217" actId="113"/>
          <ac:spMkLst>
            <pc:docMk/>
            <pc:sldMk cId="2262867311" sldId="261"/>
            <ac:spMk id="3" creationId="{CE0765D4-8E24-B3B3-A0F9-FFEBC497A442}"/>
          </ac:spMkLst>
        </pc:spChg>
        <pc:spChg chg="add mod">
          <ac:chgData name="Greg Donovan" userId="f73b3e02230ea300" providerId="LiveId" clId="{5E77A3F7-03E2-4BD5-9F0F-35725CF8AD4A}" dt="2026-03-28T13:34:40.144" v="217" actId="113"/>
          <ac:spMkLst>
            <pc:docMk/>
            <pc:sldMk cId="2262867311" sldId="261"/>
            <ac:spMk id="4" creationId="{473448C2-9EF4-ED3C-EB16-BAE2631C62A0}"/>
          </ac:spMkLst>
        </pc:spChg>
        <pc:spChg chg="add mod">
          <ac:chgData name="Greg Donovan" userId="f73b3e02230ea300" providerId="LiveId" clId="{5E77A3F7-03E2-4BD5-9F0F-35725CF8AD4A}" dt="2026-03-28T13:34:40.144" v="217" actId="113"/>
          <ac:spMkLst>
            <pc:docMk/>
            <pc:sldMk cId="2262867311" sldId="261"/>
            <ac:spMk id="5" creationId="{7373922B-1F15-EEB8-88F9-A23C9293ABF7}"/>
          </ac:spMkLst>
        </pc:spChg>
        <pc:picChg chg="mod">
          <ac:chgData name="Greg Donovan" userId="f73b3e02230ea300" providerId="LiveId" clId="{5E77A3F7-03E2-4BD5-9F0F-35725CF8AD4A}" dt="2026-03-28T13:34:40.144" v="217" actId="113"/>
          <ac:picMkLst>
            <pc:docMk/>
            <pc:sldMk cId="2262867311" sldId="261"/>
            <ac:picMk id="3074" creationId="{3A059A14-C701-2E22-F996-200BEB34A3C5}"/>
          </ac:picMkLst>
        </pc:picChg>
      </pc:sldChg>
      <pc:sldChg chg="addSp delSp modSp mod">
        <pc:chgData name="Greg Donovan" userId="f73b3e02230ea300" providerId="LiveId" clId="{5E77A3F7-03E2-4BD5-9F0F-35725CF8AD4A}" dt="2026-03-28T13:54:00.655" v="311" actId="14100"/>
        <pc:sldMkLst>
          <pc:docMk/>
          <pc:sldMk cId="3379957293" sldId="262"/>
        </pc:sldMkLst>
        <pc:spChg chg="add del mod">
          <ac:chgData name="Greg Donovan" userId="f73b3e02230ea300" providerId="LiveId" clId="{5E77A3F7-03E2-4BD5-9F0F-35725CF8AD4A}" dt="2026-03-28T13:50:33.073" v="227" actId="478"/>
          <ac:spMkLst>
            <pc:docMk/>
            <pc:sldMk cId="3379957293" sldId="262"/>
            <ac:spMk id="2" creationId="{2104C0AC-9371-B5E2-52B7-01E4F68FE1D9}"/>
          </ac:spMkLst>
        </pc:spChg>
        <pc:spChg chg="add del mod">
          <ac:chgData name="Greg Donovan" userId="f73b3e02230ea300" providerId="LiveId" clId="{5E77A3F7-03E2-4BD5-9F0F-35725CF8AD4A}" dt="2026-03-28T13:50:35.361" v="228" actId="478"/>
          <ac:spMkLst>
            <pc:docMk/>
            <pc:sldMk cId="3379957293" sldId="262"/>
            <ac:spMk id="4" creationId="{74CD5FE1-AC1A-4D25-B9FA-E9D9634B1E61}"/>
          </ac:spMkLst>
        </pc:spChg>
        <pc:spChg chg="add del mod">
          <ac:chgData name="Greg Donovan" userId="f73b3e02230ea300" providerId="LiveId" clId="{5E77A3F7-03E2-4BD5-9F0F-35725CF8AD4A}" dt="2026-03-28T13:50:43.985" v="232" actId="478"/>
          <ac:spMkLst>
            <pc:docMk/>
            <pc:sldMk cId="3379957293" sldId="262"/>
            <ac:spMk id="6" creationId="{13DC3E22-0D09-5BB9-8370-951DDD8BB188}"/>
          </ac:spMkLst>
        </pc:spChg>
        <pc:spChg chg="add del mod">
          <ac:chgData name="Greg Donovan" userId="f73b3e02230ea300" providerId="LiveId" clId="{5E77A3F7-03E2-4BD5-9F0F-35725CF8AD4A}" dt="2026-03-28T13:50:41.949" v="231" actId="478"/>
          <ac:spMkLst>
            <pc:docMk/>
            <pc:sldMk cId="3379957293" sldId="262"/>
            <ac:spMk id="8" creationId="{6BC38D64-414D-E1D5-6823-A9743A4C1F89}"/>
          </ac:spMkLst>
        </pc:spChg>
        <pc:spChg chg="add del">
          <ac:chgData name="Greg Donovan" userId="f73b3e02230ea300" providerId="LiveId" clId="{5E77A3F7-03E2-4BD5-9F0F-35725CF8AD4A}" dt="2026-03-28T13:52:44.841" v="303" actId="26606"/>
          <ac:spMkLst>
            <pc:docMk/>
            <pc:sldMk cId="3379957293" sldId="262"/>
            <ac:spMk id="4103" creationId="{8950AD4C-6AF3-49F8-94E1-DBCAFB39478B}"/>
          </ac:spMkLst>
        </pc:spChg>
        <pc:spChg chg="add del">
          <ac:chgData name="Greg Donovan" userId="f73b3e02230ea300" providerId="LiveId" clId="{5E77A3F7-03E2-4BD5-9F0F-35725CF8AD4A}" dt="2026-03-28T13:52:44.841" v="303" actId="26606"/>
          <ac:spMkLst>
            <pc:docMk/>
            <pc:sldMk cId="3379957293" sldId="262"/>
            <ac:spMk id="4105" creationId="{D967F3CD-B7D5-4CD4-B546-13C8A8F612BA}"/>
          </ac:spMkLst>
        </pc:spChg>
        <pc:spChg chg="add del">
          <ac:chgData name="Greg Donovan" userId="f73b3e02230ea300" providerId="LiveId" clId="{5E77A3F7-03E2-4BD5-9F0F-35725CF8AD4A}" dt="2026-03-28T13:52:44.841" v="303" actId="26606"/>
          <ac:spMkLst>
            <pc:docMk/>
            <pc:sldMk cId="3379957293" sldId="262"/>
            <ac:spMk id="4107" creationId="{F9528C64-B611-4A0E-AED3-355EAA4E2DE3}"/>
          </ac:spMkLst>
        </pc:spChg>
        <pc:spChg chg="add del">
          <ac:chgData name="Greg Donovan" userId="f73b3e02230ea300" providerId="LiveId" clId="{5E77A3F7-03E2-4BD5-9F0F-35725CF8AD4A}" dt="2026-03-28T13:52:44.841" v="303" actId="26606"/>
          <ac:spMkLst>
            <pc:docMk/>
            <pc:sldMk cId="3379957293" sldId="262"/>
            <ac:spMk id="4109" creationId="{9479A80B-8CA9-4EA1-9408-D2A7B0466B88}"/>
          </ac:spMkLst>
        </pc:spChg>
        <pc:spChg chg="add">
          <ac:chgData name="Greg Donovan" userId="f73b3e02230ea300" providerId="LiveId" clId="{5E77A3F7-03E2-4BD5-9F0F-35725CF8AD4A}" dt="2026-03-28T13:52:44.841" v="303" actId="26606"/>
          <ac:spMkLst>
            <pc:docMk/>
            <pc:sldMk cId="3379957293" sldId="262"/>
            <ac:spMk id="4114" creationId="{63644BFD-D22E-4019-B666-387DA51AEAFD}"/>
          </ac:spMkLst>
        </pc:spChg>
        <pc:spChg chg="add">
          <ac:chgData name="Greg Donovan" userId="f73b3e02230ea300" providerId="LiveId" clId="{5E77A3F7-03E2-4BD5-9F0F-35725CF8AD4A}" dt="2026-03-28T13:52:44.841" v="303" actId="26606"/>
          <ac:spMkLst>
            <pc:docMk/>
            <pc:sldMk cId="3379957293" sldId="262"/>
            <ac:spMk id="4120" creationId="{3776B14B-F2F4-4825-8DA8-8C7A0F2B3960}"/>
          </ac:spMkLst>
        </pc:spChg>
        <pc:grpChg chg="add">
          <ac:chgData name="Greg Donovan" userId="f73b3e02230ea300" providerId="LiveId" clId="{5E77A3F7-03E2-4BD5-9F0F-35725CF8AD4A}" dt="2026-03-28T13:52:44.841" v="303" actId="26606"/>
          <ac:grpSpMkLst>
            <pc:docMk/>
            <pc:sldMk cId="3379957293" sldId="262"/>
            <ac:grpSpMk id="4116" creationId="{5FE9FE4C-C9E0-4C54-8010-EA9D29CD4D59}"/>
          </ac:grpSpMkLst>
        </pc:grpChg>
        <pc:picChg chg="add del mod">
          <ac:chgData name="Greg Donovan" userId="f73b3e02230ea300" providerId="LiveId" clId="{5E77A3F7-03E2-4BD5-9F0F-35725CF8AD4A}" dt="2026-03-28T13:54:00.655" v="311" actId="14100"/>
          <ac:picMkLst>
            <pc:docMk/>
            <pc:sldMk cId="3379957293" sldId="262"/>
            <ac:picMk id="4098" creationId="{4C1B889F-7C4D-BCF3-D112-B3A39C22BB71}"/>
          </ac:picMkLst>
        </pc:picChg>
      </pc:sldChg>
      <pc:sldChg chg="addSp delSp modSp add mod setBg">
        <pc:chgData name="Greg Donovan" userId="f73b3e02230ea300" providerId="LiveId" clId="{5E77A3F7-03E2-4BD5-9F0F-35725CF8AD4A}" dt="2026-03-28T13:50:56.348" v="236" actId="478"/>
        <pc:sldMkLst>
          <pc:docMk/>
          <pc:sldMk cId="2602417629" sldId="263"/>
        </pc:sldMkLst>
        <pc:spChg chg="add del mod">
          <ac:chgData name="Greg Donovan" userId="f73b3e02230ea300" providerId="LiveId" clId="{5E77A3F7-03E2-4BD5-9F0F-35725CF8AD4A}" dt="2026-03-28T13:50:48.490" v="233" actId="478"/>
          <ac:spMkLst>
            <pc:docMk/>
            <pc:sldMk cId="2602417629" sldId="263"/>
            <ac:spMk id="2" creationId="{AB212B9D-6DCF-481F-1157-0F252144F0E3}"/>
          </ac:spMkLst>
        </pc:spChg>
        <pc:spChg chg="add del mod">
          <ac:chgData name="Greg Donovan" userId="f73b3e02230ea300" providerId="LiveId" clId="{5E77A3F7-03E2-4BD5-9F0F-35725CF8AD4A}" dt="2026-03-28T13:50:50.726" v="234" actId="478"/>
          <ac:spMkLst>
            <pc:docMk/>
            <pc:sldMk cId="2602417629" sldId="263"/>
            <ac:spMk id="3" creationId="{7E2951CD-991F-BC48-21C3-B85568DA2E11}"/>
          </ac:spMkLst>
        </pc:spChg>
        <pc:spChg chg="add del mod">
          <ac:chgData name="Greg Donovan" userId="f73b3e02230ea300" providerId="LiveId" clId="{5E77A3F7-03E2-4BD5-9F0F-35725CF8AD4A}" dt="2026-03-28T13:50:54.227" v="235" actId="478"/>
          <ac:spMkLst>
            <pc:docMk/>
            <pc:sldMk cId="2602417629" sldId="263"/>
            <ac:spMk id="4" creationId="{F3B9ACC6-1DE4-BCEB-455E-72BEA9D76D9B}"/>
          </ac:spMkLst>
        </pc:spChg>
        <pc:spChg chg="add del mod">
          <ac:chgData name="Greg Donovan" userId="f73b3e02230ea300" providerId="LiveId" clId="{5E77A3F7-03E2-4BD5-9F0F-35725CF8AD4A}" dt="2026-03-28T13:50:56.348" v="236" actId="478"/>
          <ac:spMkLst>
            <pc:docMk/>
            <pc:sldMk cId="2602417629" sldId="263"/>
            <ac:spMk id="5" creationId="{7E366A46-4F8B-18A5-AFEF-501F9F704737}"/>
          </ac:spMkLst>
        </pc:spChg>
        <pc:picChg chg="del">
          <ac:chgData name="Greg Donovan" userId="f73b3e02230ea300" providerId="LiveId" clId="{5E77A3F7-03E2-4BD5-9F0F-35725CF8AD4A}" dt="2026-03-28T12:55:43.414" v="1" actId="478"/>
          <ac:picMkLst>
            <pc:docMk/>
            <pc:sldMk cId="2602417629" sldId="263"/>
            <ac:picMk id="4098" creationId="{CCC45E08-C625-214A-3785-6FA094CA04E4}"/>
          </ac:picMkLst>
        </pc:picChg>
        <pc:picChg chg="add mod">
          <ac:chgData name="Greg Donovan" userId="f73b3e02230ea300" providerId="LiveId" clId="{5E77A3F7-03E2-4BD5-9F0F-35725CF8AD4A}" dt="2026-03-28T12:56:30.769" v="60" actId="14100"/>
          <ac:picMkLst>
            <pc:docMk/>
            <pc:sldMk cId="2602417629" sldId="263"/>
            <ac:picMk id="5122" creationId="{A6B4DE25-2957-9656-AAD1-2EF2F6B39E86}"/>
          </ac:picMkLst>
        </pc:picChg>
      </pc:sldChg>
      <pc:sldChg chg="addSp modSp add mod ord">
        <pc:chgData name="Greg Donovan" userId="f73b3e02230ea300" providerId="LiveId" clId="{5E77A3F7-03E2-4BD5-9F0F-35725CF8AD4A}" dt="2026-03-28T14:07:51.714" v="339" actId="1076"/>
        <pc:sldMkLst>
          <pc:docMk/>
          <pc:sldMk cId="2698943729" sldId="264"/>
        </pc:sldMkLst>
        <pc:spChg chg="add mod">
          <ac:chgData name="Greg Donovan" userId="f73b3e02230ea300" providerId="LiveId" clId="{5E77A3F7-03E2-4BD5-9F0F-35725CF8AD4A}" dt="2026-03-28T13:33:16.584" v="210"/>
          <ac:spMkLst>
            <pc:docMk/>
            <pc:sldMk cId="2698943729" sldId="264"/>
            <ac:spMk id="2" creationId="{6B1D6286-39D9-9B49-2822-49DEE6FC9113}"/>
          </ac:spMkLst>
        </pc:spChg>
        <pc:spChg chg="add mod">
          <ac:chgData name="Greg Donovan" userId="f73b3e02230ea300" providerId="LiveId" clId="{5E77A3F7-03E2-4BD5-9F0F-35725CF8AD4A}" dt="2026-03-28T13:33:16.584" v="210"/>
          <ac:spMkLst>
            <pc:docMk/>
            <pc:sldMk cId="2698943729" sldId="264"/>
            <ac:spMk id="3" creationId="{6B230146-28FA-85E7-5F7B-05E21F2EEF4B}"/>
          </ac:spMkLst>
        </pc:spChg>
        <pc:spChg chg="add mod">
          <ac:chgData name="Greg Donovan" userId="f73b3e02230ea300" providerId="LiveId" clId="{5E77A3F7-03E2-4BD5-9F0F-35725CF8AD4A}" dt="2026-03-28T13:33:16.584" v="210"/>
          <ac:spMkLst>
            <pc:docMk/>
            <pc:sldMk cId="2698943729" sldId="264"/>
            <ac:spMk id="5" creationId="{A31B123F-CF76-ED0D-ED6A-834DFC68B193}"/>
          </ac:spMkLst>
        </pc:spChg>
        <pc:spChg chg="mod">
          <ac:chgData name="Greg Donovan" userId="f73b3e02230ea300" providerId="LiveId" clId="{5E77A3F7-03E2-4BD5-9F0F-35725CF8AD4A}" dt="2026-03-28T13:33:36.593" v="211" actId="207"/>
          <ac:spMkLst>
            <pc:docMk/>
            <pc:sldMk cId="2698943729" sldId="264"/>
            <ac:spMk id="7" creationId="{6558A42D-B1D8-4935-BBFD-2EA60D5598F2}"/>
          </ac:spMkLst>
        </pc:spChg>
        <pc:spChg chg="add mod">
          <ac:chgData name="Greg Donovan" userId="f73b3e02230ea300" providerId="LiveId" clId="{5E77A3F7-03E2-4BD5-9F0F-35725CF8AD4A}" dt="2026-03-28T13:33:50.518" v="213" actId="207"/>
          <ac:spMkLst>
            <pc:docMk/>
            <pc:sldMk cId="2698943729" sldId="264"/>
            <ac:spMk id="8" creationId="{182A7BA0-8AF3-D2D8-BD7C-89326801BE64}"/>
          </ac:spMkLst>
        </pc:spChg>
        <pc:spChg chg="add mod">
          <ac:chgData name="Greg Donovan" userId="f73b3e02230ea300" providerId="LiveId" clId="{5E77A3F7-03E2-4BD5-9F0F-35725CF8AD4A}" dt="2026-03-28T13:33:50.518" v="213" actId="207"/>
          <ac:spMkLst>
            <pc:docMk/>
            <pc:sldMk cId="2698943729" sldId="264"/>
            <ac:spMk id="9" creationId="{E746CA77-68D4-FCB7-C12D-6B46B58F3342}"/>
          </ac:spMkLst>
        </pc:spChg>
        <pc:spChg chg="mod">
          <ac:chgData name="Greg Donovan" userId="f73b3e02230ea300" providerId="LiveId" clId="{5E77A3F7-03E2-4BD5-9F0F-35725CF8AD4A}" dt="2026-03-28T13:33:50.518" v="213" actId="207"/>
          <ac:spMkLst>
            <pc:docMk/>
            <pc:sldMk cId="2698943729" sldId="264"/>
            <ac:spMk id="10" creationId="{989945B4-F6BE-303E-F400-10B4581D1BBB}"/>
          </ac:spMkLst>
        </pc:spChg>
        <pc:spChg chg="add mod">
          <ac:chgData name="Greg Donovan" userId="f73b3e02230ea300" providerId="LiveId" clId="{5E77A3F7-03E2-4BD5-9F0F-35725CF8AD4A}" dt="2026-03-28T13:33:50.518" v="213" actId="207"/>
          <ac:spMkLst>
            <pc:docMk/>
            <pc:sldMk cId="2698943729" sldId="264"/>
            <ac:spMk id="11" creationId="{C4A2790B-2EFB-CB5A-EFEC-C68BC1B42C0F}"/>
          </ac:spMkLst>
        </pc:spChg>
        <pc:spChg chg="add mod">
          <ac:chgData name="Greg Donovan" userId="f73b3e02230ea300" providerId="LiveId" clId="{5E77A3F7-03E2-4BD5-9F0F-35725CF8AD4A}" dt="2026-03-28T13:33:50.518" v="213" actId="207"/>
          <ac:spMkLst>
            <pc:docMk/>
            <pc:sldMk cId="2698943729" sldId="264"/>
            <ac:spMk id="12" creationId="{0182446C-2268-5B48-BB2E-E3F6C75251B5}"/>
          </ac:spMkLst>
        </pc:spChg>
        <pc:spChg chg="add mod">
          <ac:chgData name="Greg Donovan" userId="f73b3e02230ea300" providerId="LiveId" clId="{5E77A3F7-03E2-4BD5-9F0F-35725CF8AD4A}" dt="2026-03-28T13:33:50.518" v="213" actId="207"/>
          <ac:spMkLst>
            <pc:docMk/>
            <pc:sldMk cId="2698943729" sldId="264"/>
            <ac:spMk id="13" creationId="{936E05CC-6387-43C0-FE46-00A220688058}"/>
          </ac:spMkLst>
        </pc:spChg>
        <pc:spChg chg="add mod">
          <ac:chgData name="Greg Donovan" userId="f73b3e02230ea300" providerId="LiveId" clId="{5E77A3F7-03E2-4BD5-9F0F-35725CF8AD4A}" dt="2026-03-28T13:33:50.518" v="213" actId="207"/>
          <ac:spMkLst>
            <pc:docMk/>
            <pc:sldMk cId="2698943729" sldId="264"/>
            <ac:spMk id="14" creationId="{8357CB69-84AA-2FE7-A3E5-044A30D7C1A1}"/>
          </ac:spMkLst>
        </pc:spChg>
        <pc:spChg chg="add mod">
          <ac:chgData name="Greg Donovan" userId="f73b3e02230ea300" providerId="LiveId" clId="{5E77A3F7-03E2-4BD5-9F0F-35725CF8AD4A}" dt="2026-03-28T13:33:16.584" v="210"/>
          <ac:spMkLst>
            <pc:docMk/>
            <pc:sldMk cId="2698943729" sldId="264"/>
            <ac:spMk id="15" creationId="{F8F0FCE3-2193-CF97-A31A-DB33A45B7CB4}"/>
          </ac:spMkLst>
        </pc:spChg>
        <pc:picChg chg="add mod">
          <ac:chgData name="Greg Donovan" userId="f73b3e02230ea300" providerId="LiveId" clId="{5E77A3F7-03E2-4BD5-9F0F-35725CF8AD4A}" dt="2026-03-28T14:07:51.714" v="339" actId="1076"/>
          <ac:picMkLst>
            <pc:docMk/>
            <pc:sldMk cId="2698943729" sldId="264"/>
            <ac:picMk id="20" creationId="{B47F8541-A5BE-C933-831E-E26A6ACFFE25}"/>
          </ac:picMkLst>
        </pc:picChg>
        <pc:picChg chg="mod">
          <ac:chgData name="Greg Donovan" userId="f73b3e02230ea300" providerId="LiveId" clId="{5E77A3F7-03E2-4BD5-9F0F-35725CF8AD4A}" dt="2026-03-28T13:29:22.155" v="194" actId="1076"/>
          <ac:picMkLst>
            <pc:docMk/>
            <pc:sldMk cId="2698943729" sldId="264"/>
            <ac:picMk id="1026" creationId="{1F1DD870-CB2F-757D-8482-3860D3AB3D43}"/>
          </ac:picMkLst>
        </pc:picChg>
      </pc:sldChg>
      <pc:sldChg chg="addSp modSp add del mod setBg">
        <pc:chgData name="Greg Donovan" userId="f73b3e02230ea300" providerId="LiveId" clId="{5E77A3F7-03E2-4BD5-9F0F-35725CF8AD4A}" dt="2026-03-28T14:07:12.482" v="331" actId="1076"/>
        <pc:sldMkLst>
          <pc:docMk/>
          <pc:sldMk cId="0" sldId="265"/>
        </pc:sldMkLst>
        <pc:spChg chg="add">
          <ac:chgData name="Greg Donovan" userId="f73b3e02230ea300" providerId="LiveId" clId="{5E77A3F7-03E2-4BD5-9F0F-35725CF8AD4A}" dt="2026-03-28T14:07:01.976" v="327"/>
          <ac:spMkLst>
            <pc:docMk/>
            <pc:sldMk cId="0" sldId="265"/>
            <ac:spMk id="7" creationId="{B008D983-7041-2E32-4199-AA3312F32C28}"/>
          </ac:spMkLst>
        </pc:spChg>
        <pc:spChg chg="mod">
          <ac:chgData name="Greg Donovan" userId="f73b3e02230ea300" providerId="LiveId" clId="{5E77A3F7-03E2-4BD5-9F0F-35725CF8AD4A}" dt="2026-03-28T13:32:43.269" v="209" actId="1076"/>
          <ac:spMkLst>
            <pc:docMk/>
            <pc:sldMk cId="0" sldId="265"/>
            <ac:spMk id="18" creationId="{00000000-0000-0000-0000-000000000000}"/>
          </ac:spMkLst>
        </pc:spChg>
        <pc:picChg chg="add mod">
          <ac:chgData name="Greg Donovan" userId="f73b3e02230ea300" providerId="LiveId" clId="{5E77A3F7-03E2-4BD5-9F0F-35725CF8AD4A}" dt="2026-03-28T14:07:12.482" v="331" actId="1076"/>
          <ac:picMkLst>
            <pc:docMk/>
            <pc:sldMk cId="0" sldId="265"/>
            <ac:picMk id="20" creationId="{78931FB7-CED3-B142-76E1-D4A394CCFD6D}"/>
          </ac:picMkLst>
        </pc:picChg>
      </pc:sldChg>
      <pc:sldChg chg="modSp add del">
        <pc:chgData name="Greg Donovan" userId="f73b3e02230ea300" providerId="LiveId" clId="{5E77A3F7-03E2-4BD5-9F0F-35725CF8AD4A}" dt="2026-03-28T13:30:05.222" v="204" actId="47"/>
        <pc:sldMkLst>
          <pc:docMk/>
          <pc:sldMk cId="1571750708" sldId="265"/>
        </pc:sldMkLst>
        <pc:picChg chg="mod">
          <ac:chgData name="Greg Donovan" userId="f73b3e02230ea300" providerId="LiveId" clId="{5E77A3F7-03E2-4BD5-9F0F-35725CF8AD4A}" dt="2026-03-28T13:29:59.204" v="203"/>
          <ac:picMkLst>
            <pc:docMk/>
            <pc:sldMk cId="1571750708" sldId="265"/>
            <ac:picMk id="1026" creationId="{9EAA32E2-FE23-B52D-2C1D-09BB74693691}"/>
          </ac:picMkLst>
        </pc:picChg>
      </pc:sldChg>
      <pc:sldChg chg="addSp delSp modSp add del mod setBg">
        <pc:chgData name="Greg Donovan" userId="f73b3e02230ea300" providerId="LiveId" clId="{5E77A3F7-03E2-4BD5-9F0F-35725CF8AD4A}" dt="2026-03-28T14:06:57.342" v="326" actId="1076"/>
        <pc:sldMkLst>
          <pc:docMk/>
          <pc:sldMk cId="0" sldId="266"/>
        </pc:sldMkLst>
        <pc:spChg chg="mod">
          <ac:chgData name="Greg Donovan" userId="f73b3e02230ea300" providerId="LiveId" clId="{5E77A3F7-03E2-4BD5-9F0F-35725CF8AD4A}" dt="2026-03-28T14:05:17.873" v="315" actId="1076"/>
          <ac:spMkLst>
            <pc:docMk/>
            <pc:sldMk cId="0" sldId="266"/>
            <ac:spMk id="17" creationId="{00000000-0000-0000-0000-000000000000}"/>
          </ac:spMkLst>
        </pc:spChg>
        <pc:spChg chg="add del mod">
          <ac:chgData name="Greg Donovan" userId="f73b3e02230ea300" providerId="LiveId" clId="{5E77A3F7-03E2-4BD5-9F0F-35725CF8AD4A}" dt="2026-03-28T14:05:38.880" v="320" actId="478"/>
          <ac:spMkLst>
            <pc:docMk/>
            <pc:sldMk cId="0" sldId="266"/>
            <ac:spMk id="31" creationId="{00000000-0000-0000-0000-000000000000}"/>
          </ac:spMkLst>
        </pc:spChg>
        <pc:spChg chg="add">
          <ac:chgData name="Greg Donovan" userId="f73b3e02230ea300" providerId="LiveId" clId="{5E77A3F7-03E2-4BD5-9F0F-35725CF8AD4A}" dt="2026-03-28T14:05:14.268" v="313"/>
          <ac:spMkLst>
            <pc:docMk/>
            <pc:sldMk cId="0" sldId="266"/>
            <ac:spMk id="32" creationId="{C9946E82-5009-A0B6-0379-E6D830A95420}"/>
          </ac:spMkLst>
        </pc:spChg>
        <pc:spChg chg="add del mod">
          <ac:chgData name="Greg Donovan" userId="f73b3e02230ea300" providerId="LiveId" clId="{5E77A3F7-03E2-4BD5-9F0F-35725CF8AD4A}" dt="2026-03-28T14:05:38.880" v="320" actId="478"/>
          <ac:spMkLst>
            <pc:docMk/>
            <pc:sldMk cId="0" sldId="266"/>
            <ac:spMk id="33" creationId="{D0BA4F84-9822-CD75-0DBA-F0AB5794BFFC}"/>
          </ac:spMkLst>
        </pc:spChg>
        <pc:picChg chg="add mod">
          <ac:chgData name="Greg Donovan" userId="f73b3e02230ea300" providerId="LiveId" clId="{5E77A3F7-03E2-4BD5-9F0F-35725CF8AD4A}" dt="2026-03-28T14:06:57.342" v="326" actId="1076"/>
          <ac:picMkLst>
            <pc:docMk/>
            <pc:sldMk cId="0" sldId="266"/>
            <ac:picMk id="35" creationId="{55994858-99B7-8A38-DDB6-2EBA0F0D6B8F}"/>
          </ac:picMkLst>
        </pc:picChg>
      </pc:sldChg>
      <pc:sldChg chg="addSp delSp modSp add mod">
        <pc:chgData name="Greg Donovan" userId="f73b3e02230ea300" providerId="LiveId" clId="{5E77A3F7-03E2-4BD5-9F0F-35725CF8AD4A}" dt="2026-03-28T14:09:22.768" v="381"/>
        <pc:sldMkLst>
          <pc:docMk/>
          <pc:sldMk cId="1896429566" sldId="267"/>
        </pc:sldMkLst>
        <pc:spChg chg="del mod">
          <ac:chgData name="Greg Donovan" userId="f73b3e02230ea300" providerId="LiveId" clId="{5E77A3F7-03E2-4BD5-9F0F-35725CF8AD4A}" dt="2026-03-28T14:08:51.117" v="343" actId="478"/>
          <ac:spMkLst>
            <pc:docMk/>
            <pc:sldMk cId="1896429566" sldId="267"/>
            <ac:spMk id="17" creationId="{14C805BE-559E-81DC-D41E-F39A1FFFDACE}"/>
          </ac:spMkLst>
        </pc:spChg>
        <pc:spChg chg="del">
          <ac:chgData name="Greg Donovan" userId="f73b3e02230ea300" providerId="LiveId" clId="{5E77A3F7-03E2-4BD5-9F0F-35725CF8AD4A}" dt="2026-03-28T14:08:50.129" v="341" actId="478"/>
          <ac:spMkLst>
            <pc:docMk/>
            <pc:sldMk cId="1896429566" sldId="267"/>
            <ac:spMk id="18" creationId="{D3A3E8D5-FB9A-EFE9-62EA-599648A4CDF8}"/>
          </ac:spMkLst>
        </pc:spChg>
        <pc:picChg chg="add mod">
          <ac:chgData name="Greg Donovan" userId="f73b3e02230ea300" providerId="LiveId" clId="{5E77A3F7-03E2-4BD5-9F0F-35725CF8AD4A}" dt="2026-03-28T14:09:22.768" v="381"/>
          <ac:picMkLst>
            <pc:docMk/>
            <pc:sldMk cId="1896429566" sldId="267"/>
            <ac:picMk id="7" creationId="{2CA823EF-56EB-7B0D-C365-2C7A83E6FAE8}"/>
          </ac:picMkLst>
        </pc:picChg>
      </pc:sldChg>
      <pc:sldChg chg="addSp delSp modSp add">
        <pc:chgData name="Greg Donovan" userId="f73b3e02230ea300" providerId="LiveId" clId="{5E77A3F7-03E2-4BD5-9F0F-35725CF8AD4A}" dt="2026-03-28T14:12:17.100" v="424" actId="1076"/>
        <pc:sldMkLst>
          <pc:docMk/>
          <pc:sldMk cId="1031589147" sldId="268"/>
        </pc:sldMkLst>
        <pc:picChg chg="del">
          <ac:chgData name="Greg Donovan" userId="f73b3e02230ea300" providerId="LiveId" clId="{5E77A3F7-03E2-4BD5-9F0F-35725CF8AD4A}" dt="2026-03-28T14:09:33.678" v="383" actId="478"/>
          <ac:picMkLst>
            <pc:docMk/>
            <pc:sldMk cId="1031589147" sldId="268"/>
            <ac:picMk id="7" creationId="{8CE3E741-BCA7-8FEA-0F97-99FC093F6B63}"/>
          </ac:picMkLst>
        </pc:picChg>
        <pc:picChg chg="add mod">
          <ac:chgData name="Greg Donovan" userId="f73b3e02230ea300" providerId="LiveId" clId="{5E77A3F7-03E2-4BD5-9F0F-35725CF8AD4A}" dt="2026-03-28T14:12:17.100" v="424" actId="1076"/>
          <ac:picMkLst>
            <pc:docMk/>
            <pc:sldMk cId="1031589147" sldId="268"/>
            <ac:picMk id="9" creationId="{6E15E0C4-9415-16F4-3F0C-40A0082E6D0D}"/>
          </ac:picMkLst>
        </pc:picChg>
      </pc:sldChg>
      <pc:sldChg chg="addSp delSp modSp add">
        <pc:chgData name="Greg Donovan" userId="f73b3e02230ea300" providerId="LiveId" clId="{5E77A3F7-03E2-4BD5-9F0F-35725CF8AD4A}" dt="2026-03-28T14:11:34.233" v="419"/>
        <pc:sldMkLst>
          <pc:docMk/>
          <pc:sldMk cId="3491175198" sldId="269"/>
        </pc:sldMkLst>
        <pc:picChg chg="del">
          <ac:chgData name="Greg Donovan" userId="f73b3e02230ea300" providerId="LiveId" clId="{5E77A3F7-03E2-4BD5-9F0F-35725CF8AD4A}" dt="2026-03-28T14:11:01.234" v="402" actId="478"/>
          <ac:picMkLst>
            <pc:docMk/>
            <pc:sldMk cId="3491175198" sldId="269"/>
            <ac:picMk id="7" creationId="{933C594A-1F82-091E-8977-AB1656B2ACDC}"/>
          </ac:picMkLst>
        </pc:picChg>
        <pc:picChg chg="add mod">
          <ac:chgData name="Greg Donovan" userId="f73b3e02230ea300" providerId="LiveId" clId="{5E77A3F7-03E2-4BD5-9F0F-35725CF8AD4A}" dt="2026-03-28T14:11:34.233" v="419"/>
          <ac:picMkLst>
            <pc:docMk/>
            <pc:sldMk cId="3491175198" sldId="269"/>
            <ac:picMk id="9" creationId="{BBC3E69C-37BE-C6E9-6A48-7781F2CA91E3}"/>
          </ac:picMkLst>
        </pc:picChg>
      </pc:sldChg>
      <pc:sldChg chg="addSp modSp add">
        <pc:chgData name="Greg Donovan" userId="f73b3e02230ea300" providerId="LiveId" clId="{5E77A3F7-03E2-4BD5-9F0F-35725CF8AD4A}" dt="2026-03-28T14:12:59.415" v="429"/>
        <pc:sldMkLst>
          <pc:docMk/>
          <pc:sldMk cId="679990163" sldId="270"/>
        </pc:sldMkLst>
        <pc:picChg chg="add mod">
          <ac:chgData name="Greg Donovan" userId="f73b3e02230ea300" providerId="LiveId" clId="{5E77A3F7-03E2-4BD5-9F0F-35725CF8AD4A}" dt="2026-03-28T14:12:59.415" v="429"/>
          <ac:picMkLst>
            <pc:docMk/>
            <pc:sldMk cId="679990163" sldId="270"/>
            <ac:picMk id="7" creationId="{908309A8-1CD1-A042-78B4-B9DF873644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2FE24-77A1-494F-AC38-23EAD2C4EA4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01A4B5-B7C5-4D5A-9442-1126593A5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2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8143-76FE-63FD-EEF7-0E6D38E6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39697-10CE-F387-A933-26CBE262D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7B468-C557-CC86-2DA4-9310C176E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45907-64A0-BBA6-09E8-BB679ABB00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765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5376D-A564-9BDF-CEE5-B501D955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54E46-A78E-5931-F048-59B8F1255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88CB0-528C-D27A-9824-CC23918A5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AD4F1-9449-9865-7B66-540603911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259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C139A-A50E-17DA-4E34-B6FEF74A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8D21E-D310-F1B2-0754-15565E849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86271-FBC3-0970-C7F6-387DFEB14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36232-6DA1-EA37-07A3-4D764CAD1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823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2F31-6059-072F-7ACA-0A578A3E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80C28-035C-DB4A-860A-BA0E78122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BBF7B-9EF8-94AA-3DBF-AE5E834F5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97CDC-D92D-ADC6-A70A-E4217FDF2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125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01A4B5-B7C5-4D5A-9442-1126593A54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03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16A8-B250-F456-3CB7-411AAC59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C7C79-307D-35F8-2DBF-13AAC3C74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6A530-CA4F-AC3F-2D8D-FC8B6C626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BD6B9-F99F-8779-B5B7-95EFADEA8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01A4B5-B7C5-4D5A-9442-1126593A54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5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5F61-0D08-96D2-76C0-D52DE572F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45868-08DA-E5CA-7BF4-AADD7EBC7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F03E-7370-629C-3008-2361FC8E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3F80-73FF-27C3-20AC-BD5C1EBF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A9144-F0E8-1B6A-F9CA-FBE78199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3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F684-5308-4A6F-7CB5-8DDEC799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7EFA7-17E9-DE1D-7BCA-AA16CBEE3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08399-AF6E-C31C-0C80-265C5BFE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2950D-D618-DD40-D09A-527AC7D02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51C1-C8D4-4F0A-0DDB-815BD45B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C2A2-B0BE-83A3-A288-C401B555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20033-204F-38BC-BB95-C66ECAB5C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555E-E564-1C91-F976-FC7ACBD9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E0E15-E057-1FD2-6F6C-8659D1E4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5E1FB-40D3-275F-1A07-E68A2227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3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9DD7-2511-F279-624F-56719460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4EE6D-0A13-1AD8-E197-CBDF9A6A6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F5DF1-1794-345F-7E15-F25CBC632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9BB36-B72A-DF3C-BE37-0CD16005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C7F82-2987-481F-DC18-ED7FC18B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855B4-B9A7-D76D-3D98-AC452C36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3D1B-32D5-BA69-EE3D-C4332A0D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E6144-801F-FF01-0BF5-00D0A06B3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392B6-6758-504B-3671-60C3F5ED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F55FD-7C6F-D6A5-6E34-DA662F329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0D0F6-7211-4FF4-5624-C61FF8D01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1F05D-EADC-ED4A-AD49-6C66D35E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A5A6D-FBAF-3214-AF4F-F4C3EBF3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5CA16-4622-CFE4-3B43-A5D20C1C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1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FCBA-5C1E-0A4B-5A02-A4B96054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B4D0D-AFAB-265C-9353-A80092DA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11450-E477-D9AE-4D06-B36CDEFB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35B4B-4DA3-2F38-50E7-17FEE28C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0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B72AB-07C0-65A4-046F-13DBBC0C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3F4B3-3F14-41B0-8D95-AA7EFEF9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B20C-16A1-1582-B976-D84C1F68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43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7E56-16FC-EFA8-0F6D-4320F8F8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B7FA-74F4-1CF2-0775-8BCC9754C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89FA2-0E8B-1917-A77F-7C9A1D638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3510D-47BB-FA1C-A2F7-03CAFEC3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BF43E-17BE-2C8F-2D3A-ABC3EF67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6E1F7-F3F8-FC1C-6EBB-A46F09FD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30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F1669-700C-0557-6B00-2262550E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63560-CD96-AB74-DC3B-C0B4A1B54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826A0-48FE-7B6E-B9AD-6594EB22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EE87A-7E44-18D6-D69E-8D83E249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6385F-D51F-D844-884B-DC559559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04C52-EDF0-5888-3C94-16F91190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A8C4-3223-A593-28E2-D04579D6E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9B9B1-28C2-972B-FAA5-E55B4164B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99555-382D-52FC-8E13-9A0E7D0D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88FC3-3E17-80FE-F942-36F86CAA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8153-08C0-153E-CB33-0F5CB250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CA450-370B-C8F4-099E-AA524A28CD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FB33D-E435-8001-9695-61D7EF4A5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7BE6D-69F5-DC6B-FB2D-AA01966B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22E27-DDE9-38E3-E780-30BC8EA8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2FA78-B6BF-6175-D431-E2FDAE97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2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68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75892-706B-A52F-E27C-56E843D2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B4E4B-1596-066C-EFAB-E5E43CC7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7855E-57FE-3BA0-1C1B-9D35B9FA7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C1901-6897-4404-94D8-C3ED7E38EBE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2E3A-AE1A-0216-735F-E1FA14100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58C2F-52AF-2C90-92A2-43211DAB0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42F42-5785-4278-BBCA-88986943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1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CBDB"/>
          </a:solidFill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37120" y="-2804160"/>
            <a:ext cx="6827520" cy="6827520"/>
          </a:xfrm>
          <a:prstGeom prst="ellipse">
            <a:avLst/>
          </a:prstGeom>
          <a:ln w="15240">
            <a:solidFill>
              <a:srgbClr val="7ECBDB">
                <a:alpha val="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90560" y="-1950720"/>
            <a:ext cx="5120640" cy="5120640"/>
          </a:xfrm>
          <a:prstGeom prst="ellipse">
            <a:avLst/>
          </a:prstGeom>
          <a:ln w="15240">
            <a:solidFill>
              <a:srgbClr val="7ECBDB">
                <a:alpha val="12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83040" y="-1158240"/>
            <a:ext cx="3535680" cy="3535680"/>
          </a:xfrm>
          <a:prstGeom prst="ellipse">
            <a:avLst/>
          </a:prstGeom>
          <a:ln w="15240">
            <a:solidFill>
              <a:srgbClr val="7ECBDB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814560" y="-426720"/>
            <a:ext cx="2072640" cy="2072640"/>
          </a:xfrm>
          <a:prstGeom prst="ellipse">
            <a:avLst/>
          </a:prstGeom>
          <a:ln w="15240">
            <a:solidFill>
              <a:srgbClr val="7ECBDB">
                <a:alpha val="26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2064" y="121920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of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Anxiety at Work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2064" y="4023360"/>
            <a:ext cx="4267200" cy="0"/>
          </a:xfrm>
          <a:prstGeom prst="line">
            <a:avLst/>
          </a:prstGeom>
          <a:noFill/>
          <a:ln w="1905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206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2102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2102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2998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2998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90560" y="670560"/>
            <a:ext cx="3535680" cy="353568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7ECBDB">
                <a:alpha val="4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22080" y="1402080"/>
            <a:ext cx="2072640" cy="2072640"/>
          </a:xfrm>
          <a:prstGeom prst="ellipse">
            <a:avLst/>
          </a:prstGeom>
          <a:solidFill>
            <a:srgbClr val="7ECBDB">
              <a:alpha val="20000"/>
            </a:srgbClr>
          </a:solidFill>
          <a:ln w="10160">
            <a:solidFill>
              <a:srgbClr val="7ECBDB">
                <a:alpha val="55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0" y="6559296"/>
            <a:ext cx="32918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kern="0" spc="267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931FB7-CED3-B142-76E1-D4A394CCF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C43FD-C51E-7BE5-14CC-59B57973A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231C73-9C10-D55D-F34E-85925C8D311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CBDB"/>
          </a:solidFill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36326-41B1-AE77-AB3A-E5F803CDCB1A}"/>
              </a:ext>
            </a:extLst>
          </p:cNvPr>
          <p:cNvSpPr/>
          <p:nvPr/>
        </p:nvSpPr>
        <p:spPr>
          <a:xfrm>
            <a:off x="7437120" y="-2804160"/>
            <a:ext cx="6827520" cy="6827520"/>
          </a:xfrm>
          <a:prstGeom prst="ellipse">
            <a:avLst/>
          </a:prstGeom>
          <a:ln w="15240">
            <a:solidFill>
              <a:srgbClr val="7ECBDB">
                <a:alpha val="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3E8C78-D800-5167-5B5E-83ECE6C5697E}"/>
              </a:ext>
            </a:extLst>
          </p:cNvPr>
          <p:cNvSpPr/>
          <p:nvPr/>
        </p:nvSpPr>
        <p:spPr>
          <a:xfrm>
            <a:off x="8290560" y="-1950720"/>
            <a:ext cx="5120640" cy="5120640"/>
          </a:xfrm>
          <a:prstGeom prst="ellipse">
            <a:avLst/>
          </a:prstGeom>
          <a:ln w="15240">
            <a:solidFill>
              <a:srgbClr val="7ECBDB">
                <a:alpha val="12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29A640-5978-AD62-3B1A-436A355E7530}"/>
              </a:ext>
            </a:extLst>
          </p:cNvPr>
          <p:cNvSpPr/>
          <p:nvPr/>
        </p:nvSpPr>
        <p:spPr>
          <a:xfrm>
            <a:off x="9083040" y="-1158240"/>
            <a:ext cx="3535680" cy="3535680"/>
          </a:xfrm>
          <a:prstGeom prst="ellipse">
            <a:avLst/>
          </a:prstGeom>
          <a:ln w="15240">
            <a:solidFill>
              <a:srgbClr val="7ECBDB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0ADCAB4-FD4F-4CD8-7E4D-B5A6D0AFDFC6}"/>
              </a:ext>
            </a:extLst>
          </p:cNvPr>
          <p:cNvSpPr/>
          <p:nvPr/>
        </p:nvSpPr>
        <p:spPr>
          <a:xfrm>
            <a:off x="9814560" y="-426720"/>
            <a:ext cx="2072640" cy="2072640"/>
          </a:xfrm>
          <a:prstGeom prst="ellipse">
            <a:avLst/>
          </a:prstGeom>
          <a:ln w="15240">
            <a:solidFill>
              <a:srgbClr val="7ECBDB">
                <a:alpha val="26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4773D5-D94A-C76D-A8E0-9312E221AE43}"/>
              </a:ext>
            </a:extLst>
          </p:cNvPr>
          <p:cNvSpPr/>
          <p:nvPr/>
        </p:nvSpPr>
        <p:spPr>
          <a:xfrm>
            <a:off x="512064" y="121920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of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Anxiety at Work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E83F14-9130-7745-9AAF-61EE68EF7A02}"/>
              </a:ext>
            </a:extLst>
          </p:cNvPr>
          <p:cNvSpPr/>
          <p:nvPr/>
        </p:nvSpPr>
        <p:spPr>
          <a:xfrm>
            <a:off x="512064" y="4023360"/>
            <a:ext cx="4267200" cy="0"/>
          </a:xfrm>
          <a:prstGeom prst="line">
            <a:avLst/>
          </a:prstGeom>
          <a:noFill/>
          <a:ln w="1905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51C1107-F199-0316-4720-CA86A2204489}"/>
              </a:ext>
            </a:extLst>
          </p:cNvPr>
          <p:cNvSpPr/>
          <p:nvPr/>
        </p:nvSpPr>
        <p:spPr>
          <a:xfrm>
            <a:off x="51206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A3B6E3-B025-3619-31B2-8E4EBE7B1636}"/>
              </a:ext>
            </a:extLst>
          </p:cNvPr>
          <p:cNvSpPr/>
          <p:nvPr/>
        </p:nvSpPr>
        <p:spPr>
          <a:xfrm>
            <a:off x="51206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88E9957-E68F-F6ED-67D8-39B71BF7A271}"/>
              </a:ext>
            </a:extLst>
          </p:cNvPr>
          <p:cNvSpPr/>
          <p:nvPr/>
        </p:nvSpPr>
        <p:spPr>
          <a:xfrm>
            <a:off x="362102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6E85E0-EF69-C18F-3CCD-BA142BE90DC1}"/>
              </a:ext>
            </a:extLst>
          </p:cNvPr>
          <p:cNvSpPr/>
          <p:nvPr/>
        </p:nvSpPr>
        <p:spPr>
          <a:xfrm>
            <a:off x="362102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DC1432F-E8EA-CCC9-536D-7C719080231C}"/>
              </a:ext>
            </a:extLst>
          </p:cNvPr>
          <p:cNvSpPr/>
          <p:nvPr/>
        </p:nvSpPr>
        <p:spPr>
          <a:xfrm>
            <a:off x="672998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ABAD021-9B05-F308-89C1-BAE6174A5F1E}"/>
              </a:ext>
            </a:extLst>
          </p:cNvPr>
          <p:cNvSpPr/>
          <p:nvPr/>
        </p:nvSpPr>
        <p:spPr>
          <a:xfrm>
            <a:off x="672998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1E99D1C-307F-81E1-3585-F2D47202CA1B}"/>
              </a:ext>
            </a:extLst>
          </p:cNvPr>
          <p:cNvSpPr/>
          <p:nvPr/>
        </p:nvSpPr>
        <p:spPr>
          <a:xfrm>
            <a:off x="8290560" y="670560"/>
            <a:ext cx="3535680" cy="353568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7ECBDB">
                <a:alpha val="4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1EED364-E0BA-2E2A-DF8E-8506E1692908}"/>
              </a:ext>
            </a:extLst>
          </p:cNvPr>
          <p:cNvSpPr/>
          <p:nvPr/>
        </p:nvSpPr>
        <p:spPr>
          <a:xfrm>
            <a:off x="9022080" y="1402080"/>
            <a:ext cx="2072640" cy="2072640"/>
          </a:xfrm>
          <a:prstGeom prst="ellipse">
            <a:avLst/>
          </a:prstGeom>
          <a:solidFill>
            <a:srgbClr val="7ECBDB">
              <a:alpha val="20000"/>
            </a:srgbClr>
          </a:solidFill>
          <a:ln w="10160">
            <a:solidFill>
              <a:srgbClr val="7ECBDB">
                <a:alpha val="55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256CDC5-004F-93C7-A26A-37EB7872736A}"/>
              </a:ext>
            </a:extLst>
          </p:cNvPr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F6D63B2-5A6D-212A-84CE-057FE489C2DE}"/>
              </a:ext>
            </a:extLst>
          </p:cNvPr>
          <p:cNvSpPr/>
          <p:nvPr/>
        </p:nvSpPr>
        <p:spPr>
          <a:xfrm>
            <a:off x="8534400" y="6559296"/>
            <a:ext cx="32918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kern="0" spc="267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5A0841-B09E-A1E1-8A24-1021B70D3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  <p:pic>
        <p:nvPicPr>
          <p:cNvPr id="7" name="Picture 2" descr="meditation illustration">
            <a:extLst>
              <a:ext uri="{FF2B5EF4-FFF2-40B4-BE49-F238E27FC236}">
                <a16:creationId xmlns:a16="http://schemas.microsoft.com/office/drawing/2014/main" id="{908309A8-1CD1-A042-78B4-B9DF87364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5" r="14569"/>
          <a:stretch>
            <a:fillRect/>
          </a:stretch>
        </p:blipFill>
        <p:spPr bwMode="auto">
          <a:xfrm>
            <a:off x="2644776" y="-1"/>
            <a:ext cx="9547224" cy="6992471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99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3CA7F-51E7-36C9-7A0E-BD35D020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2E7A58-C23E-DD9B-1F06-618FE32AF9AE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CBDB"/>
          </a:solidFill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5E9104-73AE-FC01-4B7F-D2F15B95958E}"/>
              </a:ext>
            </a:extLst>
          </p:cNvPr>
          <p:cNvSpPr/>
          <p:nvPr/>
        </p:nvSpPr>
        <p:spPr>
          <a:xfrm>
            <a:off x="7437120" y="-2804160"/>
            <a:ext cx="6827520" cy="6827520"/>
          </a:xfrm>
          <a:prstGeom prst="ellipse">
            <a:avLst/>
          </a:prstGeom>
          <a:ln w="15240">
            <a:solidFill>
              <a:srgbClr val="7ECBDB">
                <a:alpha val="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981167-F61D-A821-197E-7F49526F1825}"/>
              </a:ext>
            </a:extLst>
          </p:cNvPr>
          <p:cNvSpPr/>
          <p:nvPr/>
        </p:nvSpPr>
        <p:spPr>
          <a:xfrm>
            <a:off x="8290560" y="-1950720"/>
            <a:ext cx="5120640" cy="5120640"/>
          </a:xfrm>
          <a:prstGeom prst="ellipse">
            <a:avLst/>
          </a:prstGeom>
          <a:ln w="15240">
            <a:solidFill>
              <a:srgbClr val="7ECBDB">
                <a:alpha val="12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6C790B-32CD-76BA-2B17-41AFBE2D570E}"/>
              </a:ext>
            </a:extLst>
          </p:cNvPr>
          <p:cNvSpPr/>
          <p:nvPr/>
        </p:nvSpPr>
        <p:spPr>
          <a:xfrm>
            <a:off x="9083040" y="-1158240"/>
            <a:ext cx="3535680" cy="3535680"/>
          </a:xfrm>
          <a:prstGeom prst="ellipse">
            <a:avLst/>
          </a:prstGeom>
          <a:ln w="15240">
            <a:solidFill>
              <a:srgbClr val="7ECBDB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E360185-0ED8-57B0-B3B0-7B96608419B8}"/>
              </a:ext>
            </a:extLst>
          </p:cNvPr>
          <p:cNvSpPr/>
          <p:nvPr/>
        </p:nvSpPr>
        <p:spPr>
          <a:xfrm>
            <a:off x="9814560" y="-426720"/>
            <a:ext cx="2072640" cy="2072640"/>
          </a:xfrm>
          <a:prstGeom prst="ellipse">
            <a:avLst/>
          </a:prstGeom>
          <a:ln w="15240">
            <a:solidFill>
              <a:srgbClr val="7ECBDB">
                <a:alpha val="26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6453B5-0D2B-3D01-27C2-30FD93DA6CD6}"/>
              </a:ext>
            </a:extLst>
          </p:cNvPr>
          <p:cNvSpPr/>
          <p:nvPr/>
        </p:nvSpPr>
        <p:spPr>
          <a:xfrm>
            <a:off x="512064" y="121920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of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Anxiety at Work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F661190-907C-1E3E-52C9-284346B4E413}"/>
              </a:ext>
            </a:extLst>
          </p:cNvPr>
          <p:cNvSpPr/>
          <p:nvPr/>
        </p:nvSpPr>
        <p:spPr>
          <a:xfrm>
            <a:off x="512064" y="4023360"/>
            <a:ext cx="4267200" cy="0"/>
          </a:xfrm>
          <a:prstGeom prst="line">
            <a:avLst/>
          </a:prstGeom>
          <a:noFill/>
          <a:ln w="1905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324509-3A2A-DABB-5748-14B0E339B62E}"/>
              </a:ext>
            </a:extLst>
          </p:cNvPr>
          <p:cNvSpPr/>
          <p:nvPr/>
        </p:nvSpPr>
        <p:spPr>
          <a:xfrm>
            <a:off x="51206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D2731E-3464-E7CF-E827-5BDA6F282498}"/>
              </a:ext>
            </a:extLst>
          </p:cNvPr>
          <p:cNvSpPr/>
          <p:nvPr/>
        </p:nvSpPr>
        <p:spPr>
          <a:xfrm>
            <a:off x="51206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A363E6-67CE-43A3-3148-F165C748B862}"/>
              </a:ext>
            </a:extLst>
          </p:cNvPr>
          <p:cNvSpPr/>
          <p:nvPr/>
        </p:nvSpPr>
        <p:spPr>
          <a:xfrm>
            <a:off x="362102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C203F1-0F11-15FD-FEE6-C7CCFEC71135}"/>
              </a:ext>
            </a:extLst>
          </p:cNvPr>
          <p:cNvSpPr/>
          <p:nvPr/>
        </p:nvSpPr>
        <p:spPr>
          <a:xfrm>
            <a:off x="362102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D8EC95-CF24-12C5-0A62-B27DCA7B4E4A}"/>
              </a:ext>
            </a:extLst>
          </p:cNvPr>
          <p:cNvSpPr/>
          <p:nvPr/>
        </p:nvSpPr>
        <p:spPr>
          <a:xfrm>
            <a:off x="672998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E785CF-D791-C330-D6DA-06D272303177}"/>
              </a:ext>
            </a:extLst>
          </p:cNvPr>
          <p:cNvSpPr/>
          <p:nvPr/>
        </p:nvSpPr>
        <p:spPr>
          <a:xfrm>
            <a:off x="672998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4CC6846-847F-4235-84A0-926B52EAD377}"/>
              </a:ext>
            </a:extLst>
          </p:cNvPr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3AF1F9A-EEB2-F467-419C-5B106EB8B43A}"/>
              </a:ext>
            </a:extLst>
          </p:cNvPr>
          <p:cNvSpPr/>
          <p:nvPr/>
        </p:nvSpPr>
        <p:spPr>
          <a:xfrm>
            <a:off x="8534400" y="6559296"/>
            <a:ext cx="32918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kern="0" spc="267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974E58-9138-3E26-F6E0-2C87F8B6C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  <p:pic>
        <p:nvPicPr>
          <p:cNvPr id="7" name="Picture 2" descr="meditation illustration">
            <a:extLst>
              <a:ext uri="{FF2B5EF4-FFF2-40B4-BE49-F238E27FC236}">
                <a16:creationId xmlns:a16="http://schemas.microsoft.com/office/drawing/2014/main" id="{2CA823EF-56EB-7B0D-C365-2C7A83E6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5" r="14569"/>
          <a:stretch>
            <a:fillRect/>
          </a:stretch>
        </p:blipFill>
        <p:spPr bwMode="auto">
          <a:xfrm>
            <a:off x="2644776" y="-1"/>
            <a:ext cx="9547224" cy="6992471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42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E7FD5-8485-85B0-9032-63B3CBD4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3E118A-585C-3BFF-4D52-20BF3A838BFC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CBDB"/>
          </a:solidFill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9B89E0D-9110-7E6E-7E81-746EB94F5664}"/>
              </a:ext>
            </a:extLst>
          </p:cNvPr>
          <p:cNvSpPr/>
          <p:nvPr/>
        </p:nvSpPr>
        <p:spPr>
          <a:xfrm>
            <a:off x="7437120" y="-2804160"/>
            <a:ext cx="6827520" cy="6827520"/>
          </a:xfrm>
          <a:prstGeom prst="ellipse">
            <a:avLst/>
          </a:prstGeom>
          <a:ln w="15240">
            <a:solidFill>
              <a:srgbClr val="7ECBDB">
                <a:alpha val="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1A74B3-3A92-A61C-D2E3-EC457088678C}"/>
              </a:ext>
            </a:extLst>
          </p:cNvPr>
          <p:cNvSpPr/>
          <p:nvPr/>
        </p:nvSpPr>
        <p:spPr>
          <a:xfrm>
            <a:off x="8290560" y="-1950720"/>
            <a:ext cx="5120640" cy="5120640"/>
          </a:xfrm>
          <a:prstGeom prst="ellipse">
            <a:avLst/>
          </a:prstGeom>
          <a:ln w="15240">
            <a:solidFill>
              <a:srgbClr val="7ECBDB">
                <a:alpha val="12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309424-9A70-10BB-8583-C70394F66A84}"/>
              </a:ext>
            </a:extLst>
          </p:cNvPr>
          <p:cNvSpPr/>
          <p:nvPr/>
        </p:nvSpPr>
        <p:spPr>
          <a:xfrm>
            <a:off x="9083040" y="-1158240"/>
            <a:ext cx="3535680" cy="3535680"/>
          </a:xfrm>
          <a:prstGeom prst="ellipse">
            <a:avLst/>
          </a:prstGeom>
          <a:ln w="15240">
            <a:solidFill>
              <a:srgbClr val="7ECBDB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ABCE61-2DC7-B401-0680-4A539CAF5A7C}"/>
              </a:ext>
            </a:extLst>
          </p:cNvPr>
          <p:cNvSpPr/>
          <p:nvPr/>
        </p:nvSpPr>
        <p:spPr>
          <a:xfrm>
            <a:off x="9814560" y="-426720"/>
            <a:ext cx="2072640" cy="2072640"/>
          </a:xfrm>
          <a:prstGeom prst="ellipse">
            <a:avLst/>
          </a:prstGeom>
          <a:ln w="15240">
            <a:solidFill>
              <a:srgbClr val="7ECBDB">
                <a:alpha val="26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8EC65D-DDA4-1929-A3E9-10AEE2F31A42}"/>
              </a:ext>
            </a:extLst>
          </p:cNvPr>
          <p:cNvSpPr/>
          <p:nvPr/>
        </p:nvSpPr>
        <p:spPr>
          <a:xfrm>
            <a:off x="512064" y="121920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of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Anxiety at Work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3E3DA69-A0A0-E018-7D87-24C3E611D964}"/>
              </a:ext>
            </a:extLst>
          </p:cNvPr>
          <p:cNvSpPr/>
          <p:nvPr/>
        </p:nvSpPr>
        <p:spPr>
          <a:xfrm>
            <a:off x="512064" y="4023360"/>
            <a:ext cx="4267200" cy="0"/>
          </a:xfrm>
          <a:prstGeom prst="line">
            <a:avLst/>
          </a:prstGeom>
          <a:noFill/>
          <a:ln w="1905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D6887E-02F3-26AE-EC86-317F4F76ABC1}"/>
              </a:ext>
            </a:extLst>
          </p:cNvPr>
          <p:cNvSpPr/>
          <p:nvPr/>
        </p:nvSpPr>
        <p:spPr>
          <a:xfrm>
            <a:off x="51206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76A271-AC5D-B60B-026D-688877553632}"/>
              </a:ext>
            </a:extLst>
          </p:cNvPr>
          <p:cNvSpPr/>
          <p:nvPr/>
        </p:nvSpPr>
        <p:spPr>
          <a:xfrm>
            <a:off x="51206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20B665-31AE-0506-B19B-1A1BD9544534}"/>
              </a:ext>
            </a:extLst>
          </p:cNvPr>
          <p:cNvSpPr/>
          <p:nvPr/>
        </p:nvSpPr>
        <p:spPr>
          <a:xfrm>
            <a:off x="362102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03C64AF-16FC-C00A-4EAA-42C7308DD3C2}"/>
              </a:ext>
            </a:extLst>
          </p:cNvPr>
          <p:cNvSpPr/>
          <p:nvPr/>
        </p:nvSpPr>
        <p:spPr>
          <a:xfrm>
            <a:off x="362102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37C5C9B-981C-B8EA-4E3B-56351F9BF22F}"/>
              </a:ext>
            </a:extLst>
          </p:cNvPr>
          <p:cNvSpPr/>
          <p:nvPr/>
        </p:nvSpPr>
        <p:spPr>
          <a:xfrm>
            <a:off x="672998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CCC2A76-8221-17F0-CB4C-2BAAC8EC5596}"/>
              </a:ext>
            </a:extLst>
          </p:cNvPr>
          <p:cNvSpPr/>
          <p:nvPr/>
        </p:nvSpPr>
        <p:spPr>
          <a:xfrm>
            <a:off x="672998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FEFF7B2-C6A5-401A-9499-4552E80DB357}"/>
              </a:ext>
            </a:extLst>
          </p:cNvPr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96D0DE-6E58-5A48-FF9B-0400227A2F33}"/>
              </a:ext>
            </a:extLst>
          </p:cNvPr>
          <p:cNvSpPr/>
          <p:nvPr/>
        </p:nvSpPr>
        <p:spPr>
          <a:xfrm>
            <a:off x="8534400" y="6559296"/>
            <a:ext cx="32918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kern="0" spc="267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8F3EA9-6C4B-49AE-8BE5-3E5201403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  <p:pic>
        <p:nvPicPr>
          <p:cNvPr id="9" name="Picture 2" descr="Escape work week stress with a little bit of meditation. Photo: Hannah Bickle.">
            <a:extLst>
              <a:ext uri="{FF2B5EF4-FFF2-40B4-BE49-F238E27FC236}">
                <a16:creationId xmlns:a16="http://schemas.microsoft.com/office/drawing/2014/main" id="{BBC3E69C-37BE-C6E9-6A48-7781F2CA9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752"/>
          <a:stretch>
            <a:fillRect/>
          </a:stretch>
        </p:blipFill>
        <p:spPr bwMode="auto">
          <a:xfrm>
            <a:off x="73152" y="-54229"/>
            <a:ext cx="12161738" cy="685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17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17431-C0D5-7D2E-29CE-C49D117A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E6722A-8EF7-8FBD-0C93-A02ADAA99B92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CBDB"/>
          </a:solidFill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17C369-CA53-2068-303B-DC4A49D05C54}"/>
              </a:ext>
            </a:extLst>
          </p:cNvPr>
          <p:cNvSpPr/>
          <p:nvPr/>
        </p:nvSpPr>
        <p:spPr>
          <a:xfrm>
            <a:off x="7437120" y="-2804160"/>
            <a:ext cx="6827520" cy="6827520"/>
          </a:xfrm>
          <a:prstGeom prst="ellipse">
            <a:avLst/>
          </a:prstGeom>
          <a:ln w="15240">
            <a:solidFill>
              <a:srgbClr val="7ECBDB">
                <a:alpha val="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E9AB94A-425D-1725-F7CD-A10738A5DD03}"/>
              </a:ext>
            </a:extLst>
          </p:cNvPr>
          <p:cNvSpPr/>
          <p:nvPr/>
        </p:nvSpPr>
        <p:spPr>
          <a:xfrm>
            <a:off x="8290560" y="-1950720"/>
            <a:ext cx="5120640" cy="5120640"/>
          </a:xfrm>
          <a:prstGeom prst="ellipse">
            <a:avLst/>
          </a:prstGeom>
          <a:ln w="15240">
            <a:solidFill>
              <a:srgbClr val="7ECBDB">
                <a:alpha val="12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49840F-8928-AF3A-9385-1FFEC957C6EA}"/>
              </a:ext>
            </a:extLst>
          </p:cNvPr>
          <p:cNvSpPr/>
          <p:nvPr/>
        </p:nvSpPr>
        <p:spPr>
          <a:xfrm>
            <a:off x="9083040" y="-1158240"/>
            <a:ext cx="3535680" cy="3535680"/>
          </a:xfrm>
          <a:prstGeom prst="ellipse">
            <a:avLst/>
          </a:prstGeom>
          <a:ln w="15240">
            <a:solidFill>
              <a:srgbClr val="7ECBDB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591662-6E99-9ED5-7EE5-7348F8735F59}"/>
              </a:ext>
            </a:extLst>
          </p:cNvPr>
          <p:cNvSpPr/>
          <p:nvPr/>
        </p:nvSpPr>
        <p:spPr>
          <a:xfrm>
            <a:off x="9814560" y="-426720"/>
            <a:ext cx="2072640" cy="2072640"/>
          </a:xfrm>
          <a:prstGeom prst="ellipse">
            <a:avLst/>
          </a:prstGeom>
          <a:ln w="15240">
            <a:solidFill>
              <a:srgbClr val="7ECBDB">
                <a:alpha val="26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A334DB-CC77-B1E1-8D56-0383D3F8C506}"/>
              </a:ext>
            </a:extLst>
          </p:cNvPr>
          <p:cNvSpPr/>
          <p:nvPr/>
        </p:nvSpPr>
        <p:spPr>
          <a:xfrm>
            <a:off x="512064" y="121920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of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773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Anxiety at Work</a:t>
            </a:r>
            <a:endParaRPr lang="en-US" sz="7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E475770-3B86-D121-A543-5A5AC26D5CE3}"/>
              </a:ext>
            </a:extLst>
          </p:cNvPr>
          <p:cNvSpPr/>
          <p:nvPr/>
        </p:nvSpPr>
        <p:spPr>
          <a:xfrm>
            <a:off x="512064" y="4023360"/>
            <a:ext cx="4267200" cy="0"/>
          </a:xfrm>
          <a:prstGeom prst="line">
            <a:avLst/>
          </a:prstGeom>
          <a:noFill/>
          <a:ln w="1905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4B1236-D8F3-4D1E-4243-A3C95FDD5DD1}"/>
              </a:ext>
            </a:extLst>
          </p:cNvPr>
          <p:cNvSpPr/>
          <p:nvPr/>
        </p:nvSpPr>
        <p:spPr>
          <a:xfrm>
            <a:off x="51206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EDB5B0-9599-8665-8AF7-CB9280090578}"/>
              </a:ext>
            </a:extLst>
          </p:cNvPr>
          <p:cNvSpPr/>
          <p:nvPr/>
        </p:nvSpPr>
        <p:spPr>
          <a:xfrm>
            <a:off x="51206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0DBACD-3450-B9C9-EBF3-C5B975698072}"/>
              </a:ext>
            </a:extLst>
          </p:cNvPr>
          <p:cNvSpPr/>
          <p:nvPr/>
        </p:nvSpPr>
        <p:spPr>
          <a:xfrm>
            <a:off x="362102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FD4D148-6C90-78F5-5FC1-4B6FFF2DD521}"/>
              </a:ext>
            </a:extLst>
          </p:cNvPr>
          <p:cNvSpPr/>
          <p:nvPr/>
        </p:nvSpPr>
        <p:spPr>
          <a:xfrm>
            <a:off x="362102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707D2B-9598-D1E5-9B65-C0DC7B0AAC46}"/>
              </a:ext>
            </a:extLst>
          </p:cNvPr>
          <p:cNvSpPr/>
          <p:nvPr/>
        </p:nvSpPr>
        <p:spPr>
          <a:xfrm>
            <a:off x="672998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8CE5AA7-F757-9E19-B74F-5F4D256AD62E}"/>
              </a:ext>
            </a:extLst>
          </p:cNvPr>
          <p:cNvSpPr/>
          <p:nvPr/>
        </p:nvSpPr>
        <p:spPr>
          <a:xfrm>
            <a:off x="672998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4D2181F-4244-A330-F0C7-B38A5DCE508D}"/>
              </a:ext>
            </a:extLst>
          </p:cNvPr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BA034D1-6309-51CA-6360-B0024C8669FF}"/>
              </a:ext>
            </a:extLst>
          </p:cNvPr>
          <p:cNvSpPr/>
          <p:nvPr/>
        </p:nvSpPr>
        <p:spPr>
          <a:xfrm>
            <a:off x="8534400" y="6559296"/>
            <a:ext cx="32918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kern="0" spc="267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3D52A9-F85F-A5F0-1DD6-4F45ECC22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216" y="5914076"/>
            <a:ext cx="556806" cy="546728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E15E0C4-9415-16F4-3F0C-40A0082E6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874" y="-397108"/>
            <a:ext cx="5462015" cy="360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58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42560" cy="68580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242560" cy="73152"/>
          </a:xfrm>
          <a:prstGeom prst="rect">
            <a:avLst/>
          </a:prstGeom>
          <a:solidFill>
            <a:srgbClr val="7ECBDB"/>
          </a:solidFill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34137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667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999744"/>
            <a:ext cx="4389120" cy="1584960"/>
          </a:xfrm>
          <a:prstGeom prst="rect">
            <a:avLst/>
          </a:prstGeom>
          <a:solidFill>
            <a:srgbClr val="1E3A5F">
              <a:alpha val="70000"/>
            </a:srgbClr>
          </a:solidFill>
          <a:ln w="10160">
            <a:solidFill>
              <a:srgbClr val="7ECBDB">
                <a:alpha val="3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999744"/>
            <a:ext cx="73152" cy="158496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121664"/>
            <a:ext cx="3779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333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877568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worldwide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6720" y="2852928"/>
            <a:ext cx="4389120" cy="1584960"/>
          </a:xfrm>
          <a:prstGeom prst="rect">
            <a:avLst/>
          </a:prstGeom>
          <a:solidFill>
            <a:srgbClr val="1E3A5F">
              <a:alpha val="70000"/>
            </a:srgbClr>
          </a:solidFill>
          <a:ln w="10160">
            <a:solidFill>
              <a:srgbClr val="7ECBDB">
                <a:alpha val="3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720" y="2852928"/>
            <a:ext cx="73152" cy="158496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974848"/>
            <a:ext cx="3779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333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~12B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730752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lost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globally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720" y="4706112"/>
            <a:ext cx="4389120" cy="1584960"/>
          </a:xfrm>
          <a:prstGeom prst="rect">
            <a:avLst/>
          </a:prstGeom>
          <a:solidFill>
            <a:srgbClr val="1E3A5F">
              <a:alpha val="70000"/>
            </a:srgbClr>
          </a:solidFill>
          <a:ln w="10160">
            <a:solidFill>
              <a:srgbClr val="7ECBDB">
                <a:alpha val="3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6720" y="4706112"/>
            <a:ext cx="73152" cy="158496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828032"/>
            <a:ext cx="3779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333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5583936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burnout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42560" y="0"/>
            <a:ext cx="694944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30240" y="341376"/>
            <a:ext cx="59740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Matters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30240" y="1316736"/>
            <a:ext cx="4267200" cy="0"/>
          </a:xfrm>
          <a:prstGeom prst="line">
            <a:avLst/>
          </a:prstGeom>
          <a:noFill/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730240" y="1560576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1584960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is at record highs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2072640"/>
            <a:ext cx="5242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adults now meet criteria for an anxiety disorder — up from 22% in 2003. The "Great Rewiring" is accelerating the crisis.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30240" y="3048000"/>
            <a:ext cx="5974080" cy="0"/>
          </a:xfrm>
          <a:prstGeom prst="line">
            <a:avLst/>
          </a:prstGeom>
          <a:noFill/>
          <a:ln w="8890">
            <a:solidFill>
              <a:srgbClr val="1E3A5F">
                <a:alpha val="7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30240" y="3243072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326745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alone isn't enough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3755136"/>
            <a:ext cx="5242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reduces symptoms by 30% — matching the efficacy of anxiety medication — yet 62% of app users drop out within months.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30240" y="4730496"/>
            <a:ext cx="5974080" cy="0"/>
          </a:xfrm>
          <a:prstGeom prst="line">
            <a:avLst/>
          </a:prstGeom>
          <a:noFill/>
          <a:ln w="8890">
            <a:solidFill>
              <a:srgbClr val="1E3A5F">
                <a:alpha val="7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30240" y="4925568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7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4949952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underserved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5437632"/>
            <a:ext cx="5242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6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fail gamers and active minds. EchoScape bridges the gap between calming practice and engaging play.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AutoShape 2">
            <a:extLst>
              <a:ext uri="{FF2B5EF4-FFF2-40B4-BE49-F238E27FC236}">
                <a16:creationId xmlns:a16="http://schemas.microsoft.com/office/drawing/2014/main" id="{C9946E82-5009-A0B6-0379-E6D830A954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D0BA4F84-9822-CD75-0DBA-F0AB5794BF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5994858-99B7-8A38-DDB6-2EBA0F0D6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9624" y="6468147"/>
            <a:ext cx="347471" cy="3411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072896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0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</a:t>
            </a:r>
            <a:endParaRPr lang="en-US" sz="8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2316480"/>
            <a:ext cx="2194560" cy="0"/>
          </a:xfrm>
          <a:prstGeom prst="line">
            <a:avLst/>
          </a:prstGeom>
          <a:noFill/>
          <a:ln w="31750">
            <a:solidFill>
              <a:srgbClr val="2ABFB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2584704"/>
            <a:ext cx="3535680" cy="35356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>
                <a:alpha val="18000"/>
              </a:srgbClr>
            </a:solidFill>
            <a:prstDash val="solid"/>
          </a:ln>
          <a:effectLst>
            <a:outerShdw blurRad="152400" dist="38100" dir="8100000" algn="bl" rotWithShape="0">
              <a:srgbClr val="0D1B2A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2584704"/>
            <a:ext cx="3535680" cy="85344"/>
          </a:xfrm>
          <a:prstGeom prst="rect">
            <a:avLst/>
          </a:prstGeom>
          <a:solidFill>
            <a:srgbClr val="7ECBD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40" y="2828544"/>
            <a:ext cx="3108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Trillion+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37795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 Annually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431596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5000"/>
              </a:lnSpc>
            </a:pPr>
            <a:r>
              <a:rPr lang="en-US" sz="1400" dirty="0">
                <a:solidFill>
                  <a:srgbClr val="4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conditions cost the global economy over $1 trillion per year in lost productivity.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62272" y="2584704"/>
            <a:ext cx="3535680" cy="35356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>
                <a:alpha val="18000"/>
              </a:srgbClr>
            </a:solidFill>
            <a:prstDash val="solid"/>
          </a:ln>
          <a:effectLst>
            <a:outerShdw blurRad="152400" dist="38100" dir="8100000" algn="bl" rotWithShape="0">
              <a:srgbClr val="0D1B2A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62272" y="2584704"/>
            <a:ext cx="3535680" cy="85344"/>
          </a:xfrm>
          <a:prstGeom prst="rect">
            <a:avLst/>
          </a:prstGeom>
          <a:solidFill>
            <a:srgbClr val="2ABFB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6112" y="2828544"/>
            <a:ext cx="3108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Billion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6112" y="37795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Lost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6112" y="431596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5000"/>
              </a:lnSpc>
            </a:pPr>
            <a:r>
              <a:rPr lang="en-US" sz="1400" dirty="0">
                <a:solidFill>
                  <a:srgbClr val="4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and depression account for ~12 billion lost working days every year worldwide.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14944" y="2584704"/>
            <a:ext cx="3535680" cy="35356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0D1B2A">
                <a:alpha val="18000"/>
              </a:srgbClr>
            </a:solidFill>
            <a:prstDash val="solid"/>
          </a:ln>
          <a:effectLst>
            <a:outerShdw blurRad="152400" dist="38100" dir="8100000" algn="bl" rotWithShape="0">
              <a:srgbClr val="0D1B2A">
                <a:alpha val="7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14944" y="2584704"/>
            <a:ext cx="3535680" cy="85344"/>
          </a:xfrm>
          <a:prstGeom prst="rect">
            <a:avLst/>
          </a:prstGeom>
          <a:solidFill>
            <a:srgbClr val="7ECBD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58784" y="2828544"/>
            <a:ext cx="3108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58784" y="37795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Burnout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58784" y="431596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5000"/>
              </a:lnSpc>
            </a:pPr>
            <a:r>
              <a:rPr lang="en-US" sz="1400" dirty="0">
                <a:solidFill>
                  <a:srgbClr val="4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two-thirds of employees say they are experiencing burnout — a crisis hiding in plain sight.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34400" y="6559296"/>
            <a:ext cx="32918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kern="0" spc="267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180E7-1EDA-C998-F6F7-282F69915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77805" y="194777"/>
            <a:ext cx="496870" cy="4878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346EE-A410-6A5D-30E0-F1B08AF7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38740461-0BCF-5AA7-BC60-CF0E31AEF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54" name="Freeform: Shape 1053">
            <a:extLst>
              <a:ext uri="{FF2B5EF4-FFF2-40B4-BE49-F238E27FC236}">
                <a16:creationId xmlns:a16="http://schemas.microsoft.com/office/drawing/2014/main" id="{5FA3517E-002F-B5B7-9DB8-7B19711C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01600" sx="102000" sy="102000" algn="ctr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Neuroscience of Mindfulness Meditation - Wharton Neuroscience Initiative">
            <a:extLst>
              <a:ext uri="{FF2B5EF4-FFF2-40B4-BE49-F238E27FC236}">
                <a16:creationId xmlns:a16="http://schemas.microsoft.com/office/drawing/2014/main" id="{1F1DD870-CB2F-757D-8482-3860D3AB3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7" r="-1" b="-1"/>
          <a:stretch>
            <a:fillRect/>
          </a:stretch>
        </p:blipFill>
        <p:spPr bwMode="auto">
          <a:xfrm>
            <a:off x="1114425" y="10"/>
            <a:ext cx="9963149" cy="6857990"/>
          </a:xfrm>
          <a:custGeom>
            <a:avLst/>
            <a:gdLst/>
            <a:ahLst/>
            <a:cxnLst/>
            <a:rect l="l" t="t" r="r" b="b"/>
            <a:pathLst>
              <a:path w="9948672" h="6858000">
                <a:moveTo>
                  <a:pt x="1593452" y="0"/>
                </a:moveTo>
                <a:lnTo>
                  <a:pt x="8355220" y="0"/>
                </a:lnTo>
                <a:lnTo>
                  <a:pt x="8491722" y="130333"/>
                </a:lnTo>
                <a:cubicBezTo>
                  <a:pt x="9391900" y="1031820"/>
                  <a:pt x="9948672" y="2277214"/>
                  <a:pt x="9948672" y="3652838"/>
                </a:cubicBezTo>
                <a:cubicBezTo>
                  <a:pt x="9948672" y="4856509"/>
                  <a:pt x="9522393" y="5960473"/>
                  <a:pt x="8812775" y="6821583"/>
                </a:cubicBezTo>
                <a:lnTo>
                  <a:pt x="8781276" y="6858000"/>
                </a:lnTo>
                <a:lnTo>
                  <a:pt x="1167397" y="6858000"/>
                </a:lnTo>
                <a:lnTo>
                  <a:pt x="1135897" y="6821583"/>
                </a:lnTo>
                <a:cubicBezTo>
                  <a:pt x="426279" y="5960473"/>
                  <a:pt x="0" y="4856509"/>
                  <a:pt x="0" y="3652838"/>
                </a:cubicBezTo>
                <a:cubicBezTo>
                  <a:pt x="0" y="2277214"/>
                  <a:pt x="556772" y="1031820"/>
                  <a:pt x="1456950" y="13033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6B1D6286-39D9-9B49-2822-49DEE6FC9113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ECBDB"/>
          </a:solidFill>
          <a:ln w="1270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230146-28FA-85E7-5F7B-05E21F2EEF4B}"/>
              </a:ext>
            </a:extLst>
          </p:cNvPr>
          <p:cNvSpPr/>
          <p:nvPr/>
        </p:nvSpPr>
        <p:spPr>
          <a:xfrm>
            <a:off x="7437120" y="-2804160"/>
            <a:ext cx="6827520" cy="6827520"/>
          </a:xfrm>
          <a:prstGeom prst="ellipse">
            <a:avLst/>
          </a:prstGeom>
          <a:ln w="15240">
            <a:solidFill>
              <a:srgbClr val="7ECBDB">
                <a:alpha val="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45B147-4B18-012D-9C6E-CAD372E83408}"/>
              </a:ext>
            </a:extLst>
          </p:cNvPr>
          <p:cNvSpPr/>
          <p:nvPr/>
        </p:nvSpPr>
        <p:spPr>
          <a:xfrm>
            <a:off x="8290560" y="-1950720"/>
            <a:ext cx="5120640" cy="5120640"/>
          </a:xfrm>
          <a:prstGeom prst="ellipse">
            <a:avLst/>
          </a:prstGeom>
          <a:ln w="15240">
            <a:solidFill>
              <a:srgbClr val="7ECBDB">
                <a:alpha val="12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1B123F-CF76-ED0D-ED6A-834DFC68B193}"/>
              </a:ext>
            </a:extLst>
          </p:cNvPr>
          <p:cNvSpPr/>
          <p:nvPr/>
        </p:nvSpPr>
        <p:spPr>
          <a:xfrm>
            <a:off x="9083040" y="-1158240"/>
            <a:ext cx="3535680" cy="3535680"/>
          </a:xfrm>
          <a:prstGeom prst="ellipse">
            <a:avLst/>
          </a:prstGeom>
          <a:ln w="15240">
            <a:solidFill>
              <a:srgbClr val="7ECBDB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DC9BA29-0C47-D36B-5689-F4ADA46A9C20}"/>
              </a:ext>
            </a:extLst>
          </p:cNvPr>
          <p:cNvSpPr/>
          <p:nvPr/>
        </p:nvSpPr>
        <p:spPr>
          <a:xfrm>
            <a:off x="9814560" y="-426720"/>
            <a:ext cx="2072640" cy="2072640"/>
          </a:xfrm>
          <a:prstGeom prst="ellipse">
            <a:avLst/>
          </a:prstGeom>
          <a:ln w="15240">
            <a:solidFill>
              <a:srgbClr val="7ECBDB">
                <a:alpha val="26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558A42D-B1D8-4935-BBFD-2EA60D5598F2}"/>
              </a:ext>
            </a:extLst>
          </p:cNvPr>
          <p:cNvSpPr/>
          <p:nvPr/>
        </p:nvSpPr>
        <p:spPr>
          <a:xfrm>
            <a:off x="512064" y="121920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7733" dirty="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of</a:t>
            </a:r>
            <a:endParaRPr lang="en-US" sz="7733" dirty="0"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7733" dirty="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Anxiety at Work</a:t>
            </a:r>
            <a:endParaRPr lang="en-US" sz="7733" dirty="0">
              <a:latin typeface="Calibri" panose="020F0502020204030204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82A7BA0-8AF3-D2D8-BD7C-89326801BE64}"/>
              </a:ext>
            </a:extLst>
          </p:cNvPr>
          <p:cNvSpPr/>
          <p:nvPr/>
        </p:nvSpPr>
        <p:spPr>
          <a:xfrm>
            <a:off x="512064" y="4023360"/>
            <a:ext cx="4267200" cy="0"/>
          </a:xfrm>
          <a:prstGeom prst="line">
            <a:avLst/>
          </a:prstGeom>
          <a:noFill/>
          <a:ln w="19050">
            <a:solidFill>
              <a:srgbClr val="7ECBDB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latin typeface="Calibri" panose="020F0502020204030204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746CA77-68D4-FCB7-C12D-6B46B58F3342}"/>
              </a:ext>
            </a:extLst>
          </p:cNvPr>
          <p:cNvSpPr/>
          <p:nvPr/>
        </p:nvSpPr>
        <p:spPr>
          <a:xfrm>
            <a:off x="51206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5067" dirty="0">
              <a:latin typeface="Calibri" panose="020F0502020204030204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89945B4-F6BE-303E-F400-10B4581D1BBB}"/>
              </a:ext>
            </a:extLst>
          </p:cNvPr>
          <p:cNvSpPr/>
          <p:nvPr/>
        </p:nvSpPr>
        <p:spPr>
          <a:xfrm>
            <a:off x="51206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Economic hit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733" dirty="0">
              <a:latin typeface="Calibri" panose="020F0502020204030204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4A2790B-2EFB-CB5A-EFEC-C68BC1B42C0F}"/>
              </a:ext>
            </a:extLst>
          </p:cNvPr>
          <p:cNvSpPr/>
          <p:nvPr/>
        </p:nvSpPr>
        <p:spPr>
          <a:xfrm>
            <a:off x="362102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5067" dirty="0">
              <a:latin typeface="Calibri" panose="020F0502020204030204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182446C-2268-5B48-BB2E-E3F6C75251B5}"/>
              </a:ext>
            </a:extLst>
          </p:cNvPr>
          <p:cNvSpPr/>
          <p:nvPr/>
        </p:nvSpPr>
        <p:spPr>
          <a:xfrm>
            <a:off x="362102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</a:t>
            </a:r>
            <a:endParaRPr lang="en-US" sz="1733" dirty="0">
              <a:latin typeface="Calibri" panose="020F0502020204030204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936E05CC-6387-43C0-FE46-00A220688058}"/>
              </a:ext>
            </a:extLst>
          </p:cNvPr>
          <p:cNvSpPr/>
          <p:nvPr/>
        </p:nvSpPr>
        <p:spPr>
          <a:xfrm>
            <a:off x="6729984" y="4328160"/>
            <a:ext cx="280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067" dirty="0">
              <a:latin typeface="Calibri" panose="020F0502020204030204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357CB69-84AA-2FE7-A3E5-044A30D7C1A1}"/>
              </a:ext>
            </a:extLst>
          </p:cNvPr>
          <p:cNvSpPr/>
          <p:nvPr/>
        </p:nvSpPr>
        <p:spPr>
          <a:xfrm>
            <a:off x="6729984" y="5242560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733" dirty="0">
              <a:latin typeface="Calibri" panose="020F0502020204030204"/>
            </a:endParaRPr>
          </a:p>
          <a:p>
            <a:pPr defTabSz="1219170">
              <a:lnSpc>
                <a:spcPct val="125000"/>
              </a:lnSpc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733" dirty="0">
              <a:latin typeface="Calibri" panose="020F0502020204030204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8F0FCE3-2193-CF97-A31A-DB33A45B7CB4}"/>
              </a:ext>
            </a:extLst>
          </p:cNvPr>
          <p:cNvSpPr/>
          <p:nvPr/>
        </p:nvSpPr>
        <p:spPr>
          <a:xfrm>
            <a:off x="8290560" y="670560"/>
            <a:ext cx="3535680" cy="353568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7ECBDB">
                <a:alpha val="4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80F5CAE-F6EA-4E63-0613-E12BD5B63B2F}"/>
              </a:ext>
            </a:extLst>
          </p:cNvPr>
          <p:cNvSpPr/>
          <p:nvPr/>
        </p:nvSpPr>
        <p:spPr>
          <a:xfrm>
            <a:off x="9022080" y="1402080"/>
            <a:ext cx="2072640" cy="2072640"/>
          </a:xfrm>
          <a:prstGeom prst="ellipse">
            <a:avLst/>
          </a:prstGeom>
          <a:solidFill>
            <a:srgbClr val="7ECBDB">
              <a:alpha val="20000"/>
            </a:srgbClr>
          </a:solidFill>
          <a:ln w="10160">
            <a:solidFill>
              <a:srgbClr val="7ECBDB">
                <a:alpha val="55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B38FF16-D70B-9CA5-FEAD-44B6C2D73B71}"/>
              </a:ext>
            </a:extLst>
          </p:cNvPr>
          <p:cNvSpPr/>
          <p:nvPr/>
        </p:nvSpPr>
        <p:spPr>
          <a:xfrm>
            <a:off x="0" y="6559296"/>
            <a:ext cx="12192000" cy="2987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058E1E1-7141-721B-A724-F0EAA40A7933}"/>
              </a:ext>
            </a:extLst>
          </p:cNvPr>
          <p:cNvSpPr/>
          <p:nvPr/>
        </p:nvSpPr>
        <p:spPr>
          <a:xfrm>
            <a:off x="8534400" y="6559296"/>
            <a:ext cx="32918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kern="0" spc="267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47F8541-A5BE-C933-831E-E26A6ACFF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04800" y="6614572"/>
            <a:ext cx="247915" cy="24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4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54F51-9248-54AD-5CC9-F6989139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6" name="Group 4115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117" name="Rectangle 4116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8" name="Rectangle 4117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Escape work week stress with a little bit of meditation. Photo: Hannah Bickle.">
            <a:extLst>
              <a:ext uri="{FF2B5EF4-FFF2-40B4-BE49-F238E27FC236}">
                <a16:creationId xmlns:a16="http://schemas.microsoft.com/office/drawing/2014/main" id="{4C1B889F-7C4D-BCF3-D112-B3A39C22B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752"/>
          <a:stretch>
            <a:fillRect/>
          </a:stretch>
        </p:blipFill>
        <p:spPr bwMode="auto">
          <a:xfrm>
            <a:off x="-12627" y="0"/>
            <a:ext cx="12204627" cy="685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95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E1D3B-7CE2-CFF3-B013-29DBE5B7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6B4DE25-2957-9656-AAD1-2EF2F6B39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417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8826D-6189-115E-B30F-C4B879ED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4" name="Freeform: Shape 206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050" name="Picture 2" descr="meditation illustration">
            <a:extLst>
              <a:ext uri="{FF2B5EF4-FFF2-40B4-BE49-F238E27FC236}">
                <a16:creationId xmlns:a16="http://schemas.microsoft.com/office/drawing/2014/main" id="{B35CA79F-5288-86D9-906C-A3F51B249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5" r="14569"/>
          <a:stretch>
            <a:fillRect/>
          </a:stretch>
        </p:blipFill>
        <p:spPr bwMode="auto">
          <a:xfrm>
            <a:off x="2644776" y="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6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337</Words>
  <Application>Microsoft Office PowerPoint</Application>
  <PresentationFormat>Widescreen</PresentationFormat>
  <Paragraphs>112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Meiryo</vt:lpstr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Donovan</dc:creator>
  <cp:lastModifiedBy>Greg Donovan</cp:lastModifiedBy>
  <cp:revision>1</cp:revision>
  <dcterms:created xsi:type="dcterms:W3CDTF">2026-03-28T12:45:39Z</dcterms:created>
  <dcterms:modified xsi:type="dcterms:W3CDTF">2026-03-28T14:13:07Z</dcterms:modified>
</cp:coreProperties>
</file>